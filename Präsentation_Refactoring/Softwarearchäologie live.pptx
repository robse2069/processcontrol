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29" r:id="rId6"/>
  </p:sldMasterIdLst>
  <p:notesMasterIdLst>
    <p:notesMasterId r:id="rId29"/>
  </p:notesMasterIdLst>
  <p:sldIdLst>
    <p:sldId id="256" r:id="rId7"/>
    <p:sldId id="259" r:id="rId8"/>
    <p:sldId id="257" r:id="rId9"/>
    <p:sldId id="258" r:id="rId10"/>
    <p:sldId id="260" r:id="rId11"/>
    <p:sldId id="261" r:id="rId12"/>
    <p:sldId id="263" r:id="rId13"/>
    <p:sldId id="262" r:id="rId14"/>
    <p:sldId id="264" r:id="rId15"/>
    <p:sldId id="265" r:id="rId16"/>
    <p:sldId id="266" r:id="rId17"/>
    <p:sldId id="267" r:id="rId18"/>
    <p:sldId id="268" r:id="rId19"/>
    <p:sldId id="269" r:id="rId20"/>
    <p:sldId id="270" r:id="rId21"/>
    <p:sldId id="273" r:id="rId22"/>
    <p:sldId id="271" r:id="rId23"/>
    <p:sldId id="274" r:id="rId24"/>
    <p:sldId id="275" r:id="rId25"/>
    <p:sldId id="276" r:id="rId26"/>
    <p:sldId id="277" r:id="rId27"/>
    <p:sldId id="278" r:id="rId28"/>
  </p:sldIdLst>
  <p:sldSz cx="12192000" cy="6858000"/>
  <p:notesSz cx="6858000" cy="9144000"/>
  <p:defaultTextStyle>
    <a:defPPr>
      <a:defRPr lang="de-DE"/>
    </a:defPPr>
    <a:lvl1pPr algn="l" rtl="0" fontAlgn="base">
      <a:spcBef>
        <a:spcPct val="0"/>
      </a:spcBef>
      <a:spcAft>
        <a:spcPct val="0"/>
      </a:spcAft>
      <a:defRPr sz="1200" kern="1200">
        <a:solidFill>
          <a:schemeClr val="tx1"/>
        </a:solidFill>
        <a:latin typeface="Arial" charset="0"/>
        <a:ea typeface="+mn-ea"/>
        <a:cs typeface="Arial" charset="0"/>
      </a:defRPr>
    </a:lvl1pPr>
    <a:lvl2pPr marL="457200" algn="l" rtl="0" fontAlgn="base">
      <a:spcBef>
        <a:spcPct val="0"/>
      </a:spcBef>
      <a:spcAft>
        <a:spcPct val="0"/>
      </a:spcAft>
      <a:defRPr sz="1200" kern="1200">
        <a:solidFill>
          <a:schemeClr val="tx1"/>
        </a:solidFill>
        <a:latin typeface="Arial" charset="0"/>
        <a:ea typeface="+mn-ea"/>
        <a:cs typeface="Arial" charset="0"/>
      </a:defRPr>
    </a:lvl2pPr>
    <a:lvl3pPr marL="914400" algn="l" rtl="0" fontAlgn="base">
      <a:spcBef>
        <a:spcPct val="0"/>
      </a:spcBef>
      <a:spcAft>
        <a:spcPct val="0"/>
      </a:spcAft>
      <a:defRPr sz="1200" kern="1200">
        <a:solidFill>
          <a:schemeClr val="tx1"/>
        </a:solidFill>
        <a:latin typeface="Arial" charset="0"/>
        <a:ea typeface="+mn-ea"/>
        <a:cs typeface="Arial" charset="0"/>
      </a:defRPr>
    </a:lvl3pPr>
    <a:lvl4pPr marL="1371600" algn="l" rtl="0" fontAlgn="base">
      <a:spcBef>
        <a:spcPct val="0"/>
      </a:spcBef>
      <a:spcAft>
        <a:spcPct val="0"/>
      </a:spcAft>
      <a:defRPr sz="1200" kern="1200">
        <a:solidFill>
          <a:schemeClr val="tx1"/>
        </a:solidFill>
        <a:latin typeface="Arial" charset="0"/>
        <a:ea typeface="+mn-ea"/>
        <a:cs typeface="Arial" charset="0"/>
      </a:defRPr>
    </a:lvl4pPr>
    <a:lvl5pPr marL="1828800" algn="l" rtl="0" fontAlgn="base">
      <a:spcBef>
        <a:spcPct val="0"/>
      </a:spcBef>
      <a:spcAft>
        <a:spcPct val="0"/>
      </a:spcAft>
      <a:defRPr sz="12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Arial" charset="0"/>
        <a:ea typeface="+mn-ea"/>
        <a:cs typeface="Arial" charset="0"/>
      </a:defRPr>
    </a:lvl6pPr>
    <a:lvl7pPr marL="2743200" algn="l" defTabSz="914400" rtl="0" eaLnBrk="1" latinLnBrk="0" hangingPunct="1">
      <a:defRPr sz="1200" kern="1200">
        <a:solidFill>
          <a:schemeClr val="tx1"/>
        </a:solidFill>
        <a:latin typeface="Arial" charset="0"/>
        <a:ea typeface="+mn-ea"/>
        <a:cs typeface="Arial" charset="0"/>
      </a:defRPr>
    </a:lvl7pPr>
    <a:lvl8pPr marL="3200400" algn="l" defTabSz="914400" rtl="0" eaLnBrk="1" latinLnBrk="0" hangingPunct="1">
      <a:defRPr sz="1200" kern="1200">
        <a:solidFill>
          <a:schemeClr val="tx1"/>
        </a:solidFill>
        <a:latin typeface="Arial" charset="0"/>
        <a:ea typeface="+mn-ea"/>
        <a:cs typeface="Arial" charset="0"/>
      </a:defRPr>
    </a:lvl8pPr>
    <a:lvl9pPr marL="3657600" algn="l" defTabSz="914400" rtl="0" eaLnBrk="1" latinLnBrk="0" hangingPunct="1">
      <a:defRPr sz="1200" kern="1200">
        <a:solidFill>
          <a:schemeClr val="tx1"/>
        </a:solidFill>
        <a:latin typeface="Arial" charset="0"/>
        <a:ea typeface="+mn-ea"/>
        <a:cs typeface="Arial" charset="0"/>
      </a:defRPr>
    </a:lvl9pPr>
  </p:defaultTextStyle>
  <p:extLst>
    <p:ext uri="{521415D9-36F7-43E2-AB2F-B90AF26B5E84}">
      <p14:sectionLst xmlns:p14="http://schemas.microsoft.com/office/powerpoint/2010/main">
        <p14:section name="Standardabschnitt" id="{E689FED7-84B7-4D43-9D3C-59D971DA7EFD}">
          <p14:sldIdLst>
            <p14:sldId id="256"/>
            <p14:sldId id="259"/>
            <p14:sldId id="257"/>
            <p14:sldId id="258"/>
            <p14:sldId id="260"/>
            <p14:sldId id="261"/>
            <p14:sldId id="263"/>
            <p14:sldId id="262"/>
            <p14:sldId id="264"/>
            <p14:sldId id="265"/>
            <p14:sldId id="266"/>
            <p14:sldId id="267"/>
            <p14:sldId id="268"/>
            <p14:sldId id="269"/>
            <p14:sldId id="270"/>
            <p14:sldId id="273"/>
            <p14:sldId id="271"/>
            <p14:sldId id="274"/>
            <p14:sldId id="275"/>
            <p14:sldId id="276"/>
            <p14:sldId id="277"/>
            <p14:sldId id="278"/>
          </p14:sldIdLst>
        </p14:section>
      </p14:sectionLst>
    </p:ext>
    <p:ext uri="{EFAFB233-063F-42B5-8137-9DF3F51BA10A}">
      <p15:sldGuideLst xmlns:p15="http://schemas.microsoft.com/office/powerpoint/2012/main">
        <p15:guide id="3" pos="3840">
          <p15:clr>
            <a:srgbClr val="A4A3A4"/>
          </p15:clr>
        </p15:guide>
        <p15:guide id="4" orient="horz" pos="618" userDrawn="1">
          <p15:clr>
            <a:srgbClr val="A4A3A4"/>
          </p15:clr>
        </p15:guide>
        <p15:guide id="5" orient="horz" pos="3430" userDrawn="1">
          <p15:clr>
            <a:srgbClr val="A4A3A4"/>
          </p15:clr>
        </p15:guide>
        <p15:guide id="6" orient="horz" pos="23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7F7"/>
    <a:srgbClr val="A2C617"/>
    <a:srgbClr val="F39200"/>
    <a:srgbClr val="C8D4E9"/>
    <a:srgbClr val="18C617"/>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ittlere Formatvorlage 2 - Akz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2" autoAdjust="0"/>
  </p:normalViewPr>
  <p:slideViewPr>
    <p:cSldViewPr>
      <p:cViewPr varScale="1">
        <p:scale>
          <a:sx n="98" d="100"/>
          <a:sy n="98" d="100"/>
        </p:scale>
        <p:origin x="180" y="78"/>
      </p:cViewPr>
      <p:guideLst>
        <p:guide pos="3840"/>
        <p:guide orient="horz" pos="618"/>
        <p:guide orient="horz" pos="3430"/>
        <p:guide orient="horz" pos="2324"/>
      </p:guideLst>
    </p:cSldViewPr>
  </p:slideViewPr>
  <p:outlineViewPr>
    <p:cViewPr>
      <p:scale>
        <a:sx n="33" d="100"/>
        <a:sy n="33" d="100"/>
      </p:scale>
      <p:origin x="0" y="-10205"/>
    </p:cViewPr>
  </p:outlineViewPr>
  <p:notesTextViewPr>
    <p:cViewPr>
      <p:scale>
        <a:sx n="3" d="2"/>
        <a:sy n="3" d="2"/>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theme" Target="theme/theme1.xml"/><Relationship Id="rId5" Type="http://schemas.openxmlformats.org/officeDocument/2006/relationships/customXml" Target="../customXml/item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viewProps" Target="viewProp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presProps" Target="presProps.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06C263-4D2E-4C92-987A-26939407BB84}" type="datetimeFigureOut">
              <a:rPr lang="de-DE" smtClean="0"/>
              <a:t>21.08.2026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0A6638-6C2D-4742-9782-F81066FA59DA}" type="slidenum">
              <a:rPr lang="de-DE" smtClean="0"/>
              <a:t>‹Nr.›</a:t>
            </a:fld>
            <a:endParaRPr lang="de-DE"/>
          </a:p>
        </p:txBody>
      </p:sp>
    </p:spTree>
    <p:extLst>
      <p:ext uri="{BB962C8B-B14F-4D97-AF65-F5344CB8AC3E}">
        <p14:creationId xmlns:p14="http://schemas.microsoft.com/office/powerpoint/2010/main" val="1782019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6.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2.xml"/><Relationship Id="rId4" Type="http://schemas.openxmlformats.org/officeDocument/2006/relationships/image" Target="../media/image6.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hyperlink" Target="http://www.smartmechatronics.de/" TargetMode="Externa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hyperlink" Target="http://www.smartmechatronics.de/" TargetMode="Externa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5" Type="http://schemas.openxmlformats.org/officeDocument/2006/relationships/hyperlink" Target="http://www.smartmechatronics.de/" TargetMode="External"/><Relationship Id="rId4" Type="http://schemas.openxmlformats.org/officeDocument/2006/relationships/image" Target="../media/image7.sv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hyperlink" Target="http://www.smartmechatronics.de/"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B3563256-19A5-D506-54D7-2F89088CF48E}"/>
              </a:ext>
            </a:extLst>
          </p:cNvPr>
          <p:cNvSpPr/>
          <p:nvPr userDrawn="1"/>
        </p:nvSpPr>
        <p:spPr>
          <a:xfrm>
            <a:off x="0" y="0"/>
            <a:ext cx="12192000" cy="6858000"/>
          </a:xfrm>
          <a:prstGeom prst="rect">
            <a:avLst/>
          </a:prstGeom>
          <a:solidFill>
            <a:srgbClr val="283F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1301831" y="1701098"/>
            <a:ext cx="8428324" cy="1439862"/>
          </a:xfrm>
          <a:prstGeom prst="rect">
            <a:avLst/>
          </a:prstGeom>
        </p:spPr>
        <p:txBody>
          <a:bodyPr bIns="0">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1311032" y="3356991"/>
            <a:ext cx="8428322" cy="158489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4259931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1_Titelfolie">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8BA7BBD4-3A2A-0CB2-65FE-A97428C587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4648" r="2271" b="13242"/>
          <a:stretch/>
        </p:blipFill>
        <p:spPr>
          <a:xfrm>
            <a:off x="-24681" y="725"/>
            <a:ext cx="12241361" cy="6856549"/>
          </a:xfrm>
          <a:prstGeom prst="rect">
            <a:avLst/>
          </a:prstGeom>
        </p:spPr>
      </p:pic>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24681" y="4005064"/>
            <a:ext cx="11417300" cy="2162389"/>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686199" y="4594677"/>
            <a:ext cx="8428324" cy="647781"/>
          </a:xfrm>
          <a:prstGeom prst="rect">
            <a:avLst/>
          </a:prstGeom>
        </p:spPr>
        <p:txBody>
          <a:bodyPr bIns="0" anchor="t">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695400" y="5367349"/>
            <a:ext cx="8428322" cy="50375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3867968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2_Titelfolie">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8BA7BBD4-3A2A-0CB2-65FE-A97428C58799}"/>
              </a:ext>
            </a:extLst>
          </p:cNvPr>
          <p:cNvPicPr>
            <a:picLocks noChangeAspect="1"/>
          </p:cNvPicPr>
          <p:nvPr userDrawn="1"/>
        </p:nvPicPr>
        <p:blipFill>
          <a:blip r:embed="rId2">
            <a:extLst>
              <a:ext uri="{28A0092B-C50C-407E-A947-70E740481C1C}">
                <a14:useLocalDpi xmlns:a14="http://schemas.microsoft.com/office/drawing/2010/main" val="0"/>
              </a:ext>
            </a:extLst>
          </a:blip>
          <a:srcRect l="17776" t="20988" r="13124" b="20988"/>
          <a:stretch>
            <a:fillRect/>
          </a:stretch>
        </p:blipFill>
        <p:spPr>
          <a:xfrm>
            <a:off x="-24681" y="725"/>
            <a:ext cx="12241361" cy="6856549"/>
          </a:xfrm>
          <a:prstGeom prst="rect">
            <a:avLst/>
          </a:prstGeom>
        </p:spPr>
      </p:pic>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24681" y="4005064"/>
            <a:ext cx="11417300" cy="2162389"/>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686199" y="4594677"/>
            <a:ext cx="8428324" cy="647781"/>
          </a:xfrm>
          <a:prstGeom prst="rect">
            <a:avLst/>
          </a:prstGeom>
        </p:spPr>
        <p:txBody>
          <a:bodyPr bIns="0" anchor="t">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695400" y="5367349"/>
            <a:ext cx="8428322" cy="50375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183173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3_Titelfoli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24681" y="4005064"/>
            <a:ext cx="11417300" cy="2162389"/>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686199" y="4594677"/>
            <a:ext cx="8428324" cy="647781"/>
          </a:xfrm>
          <a:prstGeom prst="rect">
            <a:avLst/>
          </a:prstGeom>
        </p:spPr>
        <p:txBody>
          <a:bodyPr bIns="0" anchor="t">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695400" y="5367349"/>
            <a:ext cx="8428322" cy="50375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801369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1C502D48-09D3-C2E4-97BC-9B6D8E050D71}"/>
              </a:ext>
            </a:extLst>
          </p:cNvPr>
          <p:cNvPicPr>
            <a:picLocks noChangeAspect="1" noChangeArrowheads="1"/>
          </p:cNvPicPr>
          <p:nvPr userDrawn="1"/>
        </p:nvPicPr>
        <p:blipFill rotWithShape="1">
          <a:blip r:embed="rId2" cstate="print">
            <a:extLst>
              <a:ext uri="{28A0092B-C50C-407E-A947-70E740481C1C}">
                <a14:useLocalDpi xmlns:a14="http://schemas.microsoft.com/office/drawing/2010/main"/>
              </a:ext>
            </a:extLst>
          </a:blip>
          <a:srcRect r="25627" b="37003"/>
          <a:stretch/>
        </p:blipFill>
        <p:spPr bwMode="auto">
          <a:xfrm>
            <a:off x="0" y="0"/>
            <a:ext cx="12192000" cy="6885384"/>
          </a:xfrm>
          <a:prstGeom prst="rect">
            <a:avLst/>
          </a:prstGeom>
          <a:noFill/>
          <a:extLst>
            <a:ext uri="{909E8E84-426E-40DD-AFC4-6F175D3DCCD1}">
              <a14:hiddenFill xmlns:a14="http://schemas.microsoft.com/office/drawing/2010/main">
                <a:solidFill>
                  <a:srgbClr val="FFFFFF"/>
                </a:solidFill>
              </a14:hiddenFill>
            </a:ext>
          </a:extLst>
        </p:spPr>
      </p:pic>
      <p:sp>
        <p:nvSpPr>
          <p:cNvPr id="6" name="Rechteck 5">
            <a:extLst>
              <a:ext uri="{FF2B5EF4-FFF2-40B4-BE49-F238E27FC236}">
                <a16:creationId xmlns:a16="http://schemas.microsoft.com/office/drawing/2014/main" id="{1E8CBA2F-F9FE-38D9-2D7D-4FDE079E45FA}"/>
              </a:ext>
            </a:extLst>
          </p:cNvPr>
          <p:cNvSpPr/>
          <p:nvPr userDrawn="1"/>
        </p:nvSpPr>
        <p:spPr>
          <a:xfrm>
            <a:off x="349816" y="-6180"/>
            <a:ext cx="5746184" cy="6891563"/>
          </a:xfrm>
          <a:custGeom>
            <a:avLst/>
            <a:gdLst>
              <a:gd name="connsiteX0" fmla="*/ 0 w 3724176"/>
              <a:gd name="connsiteY0" fmla="*/ 0 h 6885384"/>
              <a:gd name="connsiteX1" fmla="*/ 3724176 w 3724176"/>
              <a:gd name="connsiteY1" fmla="*/ 0 h 6885384"/>
              <a:gd name="connsiteX2" fmla="*/ 3724176 w 3724176"/>
              <a:gd name="connsiteY2" fmla="*/ 6885384 h 6885384"/>
              <a:gd name="connsiteX3" fmla="*/ 0 w 3724176"/>
              <a:gd name="connsiteY3" fmla="*/ 6885384 h 6885384"/>
              <a:gd name="connsiteX4" fmla="*/ 0 w 3724176"/>
              <a:gd name="connsiteY4" fmla="*/ 0 h 6885384"/>
              <a:gd name="connsiteX0" fmla="*/ 5080 w 3729256"/>
              <a:gd name="connsiteY0" fmla="*/ 0 h 6885384"/>
              <a:gd name="connsiteX1" fmla="*/ 3729256 w 3729256"/>
              <a:gd name="connsiteY1" fmla="*/ 0 h 6885384"/>
              <a:gd name="connsiteX2" fmla="*/ 3729256 w 3729256"/>
              <a:gd name="connsiteY2" fmla="*/ 6885384 h 6885384"/>
              <a:gd name="connsiteX3" fmla="*/ 5080 w 3729256"/>
              <a:gd name="connsiteY3" fmla="*/ 6885384 h 6885384"/>
              <a:gd name="connsiteX4" fmla="*/ 0 w 3729256"/>
              <a:gd name="connsiteY4" fmla="*/ 1470660 h 6885384"/>
              <a:gd name="connsiteX5" fmla="*/ 5080 w 3729256"/>
              <a:gd name="connsiteY5" fmla="*/ 0 h 6885384"/>
              <a:gd name="connsiteX0" fmla="*/ 277374 w 4001550"/>
              <a:gd name="connsiteY0" fmla="*/ 0 h 6885384"/>
              <a:gd name="connsiteX1" fmla="*/ 4001550 w 4001550"/>
              <a:gd name="connsiteY1" fmla="*/ 0 h 6885384"/>
              <a:gd name="connsiteX2" fmla="*/ 4001550 w 4001550"/>
              <a:gd name="connsiteY2" fmla="*/ 6885384 h 6885384"/>
              <a:gd name="connsiteX3" fmla="*/ 277374 w 4001550"/>
              <a:gd name="connsiteY3" fmla="*/ 6885384 h 6885384"/>
              <a:gd name="connsiteX4" fmla="*/ 272294 w 4001550"/>
              <a:gd name="connsiteY4" fmla="*/ 2225040 h 6885384"/>
              <a:gd name="connsiteX5" fmla="*/ 272294 w 4001550"/>
              <a:gd name="connsiteY5" fmla="*/ 1470660 h 6885384"/>
              <a:gd name="connsiteX6" fmla="*/ 277374 w 4001550"/>
              <a:gd name="connsiteY6" fmla="*/ 0 h 6885384"/>
              <a:gd name="connsiteX0" fmla="*/ 5716 w 3729892"/>
              <a:gd name="connsiteY0" fmla="*/ 0 h 6885384"/>
              <a:gd name="connsiteX1" fmla="*/ 3729892 w 3729892"/>
              <a:gd name="connsiteY1" fmla="*/ 0 h 6885384"/>
              <a:gd name="connsiteX2" fmla="*/ 3729892 w 3729892"/>
              <a:gd name="connsiteY2" fmla="*/ 6885384 h 6885384"/>
              <a:gd name="connsiteX3" fmla="*/ 5716 w 3729892"/>
              <a:gd name="connsiteY3" fmla="*/ 6885384 h 6885384"/>
              <a:gd name="connsiteX4" fmla="*/ 636 w 3729892"/>
              <a:gd name="connsiteY4" fmla="*/ 2225040 h 6885384"/>
              <a:gd name="connsiteX5" fmla="*/ 636 w 3729892"/>
              <a:gd name="connsiteY5" fmla="*/ 1470660 h 6885384"/>
              <a:gd name="connsiteX6" fmla="*/ 5716 w 3729892"/>
              <a:gd name="connsiteY6" fmla="*/ 0 h 6885384"/>
              <a:gd name="connsiteX0" fmla="*/ 5457 w 3729633"/>
              <a:gd name="connsiteY0" fmla="*/ 0 h 6885384"/>
              <a:gd name="connsiteX1" fmla="*/ 3729633 w 3729633"/>
              <a:gd name="connsiteY1" fmla="*/ 0 h 6885384"/>
              <a:gd name="connsiteX2" fmla="*/ 3729633 w 3729633"/>
              <a:gd name="connsiteY2" fmla="*/ 6885384 h 6885384"/>
              <a:gd name="connsiteX3" fmla="*/ 5457 w 3729633"/>
              <a:gd name="connsiteY3" fmla="*/ 6885384 h 6885384"/>
              <a:gd name="connsiteX4" fmla="*/ 377 w 3729633"/>
              <a:gd name="connsiteY4" fmla="*/ 2225040 h 6885384"/>
              <a:gd name="connsiteX5" fmla="*/ 377 w 3729633"/>
              <a:gd name="connsiteY5" fmla="*/ 1805940 h 6885384"/>
              <a:gd name="connsiteX6" fmla="*/ 377 w 3729633"/>
              <a:gd name="connsiteY6" fmla="*/ 1470660 h 6885384"/>
              <a:gd name="connsiteX7" fmla="*/ 5457 w 3729633"/>
              <a:gd name="connsiteY7" fmla="*/ 0 h 6885384"/>
              <a:gd name="connsiteX0" fmla="*/ 5082 w 3729258"/>
              <a:gd name="connsiteY0" fmla="*/ 0 h 6885384"/>
              <a:gd name="connsiteX1" fmla="*/ 3729258 w 3729258"/>
              <a:gd name="connsiteY1" fmla="*/ 0 h 6885384"/>
              <a:gd name="connsiteX2" fmla="*/ 3729258 w 3729258"/>
              <a:gd name="connsiteY2" fmla="*/ 6885384 h 6885384"/>
              <a:gd name="connsiteX3" fmla="*/ 5082 w 3729258"/>
              <a:gd name="connsiteY3" fmla="*/ 6885384 h 6885384"/>
              <a:gd name="connsiteX4" fmla="*/ 2 w 3729258"/>
              <a:gd name="connsiteY4" fmla="*/ 2225040 h 6885384"/>
              <a:gd name="connsiteX5" fmla="*/ 449582 w 3729258"/>
              <a:gd name="connsiteY5" fmla="*/ 1821180 h 6885384"/>
              <a:gd name="connsiteX6" fmla="*/ 2 w 3729258"/>
              <a:gd name="connsiteY6" fmla="*/ 1470660 h 6885384"/>
              <a:gd name="connsiteX7" fmla="*/ 5082 w 3729258"/>
              <a:gd name="connsiteY7" fmla="*/ 0 h 6885384"/>
              <a:gd name="connsiteX0" fmla="*/ 5084 w 3729260"/>
              <a:gd name="connsiteY0" fmla="*/ 0 h 6885384"/>
              <a:gd name="connsiteX1" fmla="*/ 3729260 w 3729260"/>
              <a:gd name="connsiteY1" fmla="*/ 0 h 6885384"/>
              <a:gd name="connsiteX2" fmla="*/ 3729260 w 3729260"/>
              <a:gd name="connsiteY2" fmla="*/ 6885384 h 6885384"/>
              <a:gd name="connsiteX3" fmla="*/ 5084 w 3729260"/>
              <a:gd name="connsiteY3" fmla="*/ 6885384 h 6885384"/>
              <a:gd name="connsiteX4" fmla="*/ 4 w 3729260"/>
              <a:gd name="connsiteY4" fmla="*/ 2225040 h 6885384"/>
              <a:gd name="connsiteX5" fmla="*/ 449584 w 3729260"/>
              <a:gd name="connsiteY5" fmla="*/ 1821180 h 6885384"/>
              <a:gd name="connsiteX6" fmla="*/ 4 w 3729260"/>
              <a:gd name="connsiteY6" fmla="*/ 1470660 h 6885384"/>
              <a:gd name="connsiteX7" fmla="*/ 5084 w 3729260"/>
              <a:gd name="connsiteY7" fmla="*/ 0 h 6885384"/>
              <a:gd name="connsiteX0" fmla="*/ 5082 w 3729258"/>
              <a:gd name="connsiteY0" fmla="*/ 0 h 6885384"/>
              <a:gd name="connsiteX1" fmla="*/ 3729258 w 3729258"/>
              <a:gd name="connsiteY1" fmla="*/ 0 h 6885384"/>
              <a:gd name="connsiteX2" fmla="*/ 3729258 w 3729258"/>
              <a:gd name="connsiteY2" fmla="*/ 6885384 h 6885384"/>
              <a:gd name="connsiteX3" fmla="*/ 5082 w 3729258"/>
              <a:gd name="connsiteY3" fmla="*/ 6885384 h 6885384"/>
              <a:gd name="connsiteX4" fmla="*/ 2 w 3729258"/>
              <a:gd name="connsiteY4" fmla="*/ 2225040 h 6885384"/>
              <a:gd name="connsiteX5" fmla="*/ 449582 w 3729258"/>
              <a:gd name="connsiteY5" fmla="*/ 1821180 h 6885384"/>
              <a:gd name="connsiteX6" fmla="*/ 2 w 3729258"/>
              <a:gd name="connsiteY6" fmla="*/ 1470660 h 6885384"/>
              <a:gd name="connsiteX7" fmla="*/ 5082 w 3729258"/>
              <a:gd name="connsiteY7" fmla="*/ 0 h 6885384"/>
              <a:gd name="connsiteX0" fmla="*/ 5080 w 3729256"/>
              <a:gd name="connsiteY0" fmla="*/ 0 h 6885384"/>
              <a:gd name="connsiteX1" fmla="*/ 3729256 w 3729256"/>
              <a:gd name="connsiteY1" fmla="*/ 0 h 6885384"/>
              <a:gd name="connsiteX2" fmla="*/ 3729256 w 3729256"/>
              <a:gd name="connsiteY2" fmla="*/ 6885384 h 6885384"/>
              <a:gd name="connsiteX3" fmla="*/ 5080 w 3729256"/>
              <a:gd name="connsiteY3" fmla="*/ 6885384 h 6885384"/>
              <a:gd name="connsiteX4" fmla="*/ 0 w 3729256"/>
              <a:gd name="connsiteY4" fmla="*/ 2225040 h 6885384"/>
              <a:gd name="connsiteX5" fmla="*/ 449580 w 3729256"/>
              <a:gd name="connsiteY5" fmla="*/ 1821180 h 6885384"/>
              <a:gd name="connsiteX6" fmla="*/ 0 w 3729256"/>
              <a:gd name="connsiteY6" fmla="*/ 1470660 h 6885384"/>
              <a:gd name="connsiteX7" fmla="*/ 5080 w 3729256"/>
              <a:gd name="connsiteY7" fmla="*/ 0 h 6885384"/>
              <a:gd name="connsiteX0" fmla="*/ 5080 w 3729256"/>
              <a:gd name="connsiteY0" fmla="*/ 0 h 6885384"/>
              <a:gd name="connsiteX1" fmla="*/ 3729256 w 3729256"/>
              <a:gd name="connsiteY1" fmla="*/ 0 h 6885384"/>
              <a:gd name="connsiteX2" fmla="*/ 3729256 w 3729256"/>
              <a:gd name="connsiteY2" fmla="*/ 6885384 h 6885384"/>
              <a:gd name="connsiteX3" fmla="*/ 5080 w 3729256"/>
              <a:gd name="connsiteY3" fmla="*/ 6885384 h 6885384"/>
              <a:gd name="connsiteX4" fmla="*/ 0 w 3729256"/>
              <a:gd name="connsiteY4" fmla="*/ 2225040 h 6885384"/>
              <a:gd name="connsiteX5" fmla="*/ 449580 w 3729256"/>
              <a:gd name="connsiteY5" fmla="*/ 1821180 h 6885384"/>
              <a:gd name="connsiteX6" fmla="*/ 0 w 3729256"/>
              <a:gd name="connsiteY6" fmla="*/ 1470660 h 6885384"/>
              <a:gd name="connsiteX7" fmla="*/ 5080 w 3729256"/>
              <a:gd name="connsiteY7" fmla="*/ 0 h 6885384"/>
              <a:gd name="connsiteX0" fmla="*/ 5080 w 6585056"/>
              <a:gd name="connsiteY0" fmla="*/ 6179 h 6891563"/>
              <a:gd name="connsiteX1" fmla="*/ 6585056 w 6585056"/>
              <a:gd name="connsiteY1" fmla="*/ 0 h 6891563"/>
              <a:gd name="connsiteX2" fmla="*/ 3729256 w 6585056"/>
              <a:gd name="connsiteY2" fmla="*/ 6891563 h 6891563"/>
              <a:gd name="connsiteX3" fmla="*/ 5080 w 6585056"/>
              <a:gd name="connsiteY3" fmla="*/ 6891563 h 6891563"/>
              <a:gd name="connsiteX4" fmla="*/ 0 w 6585056"/>
              <a:gd name="connsiteY4" fmla="*/ 2231219 h 6891563"/>
              <a:gd name="connsiteX5" fmla="*/ 449580 w 6585056"/>
              <a:gd name="connsiteY5" fmla="*/ 1827359 h 6891563"/>
              <a:gd name="connsiteX6" fmla="*/ 0 w 6585056"/>
              <a:gd name="connsiteY6" fmla="*/ 1476839 h 6891563"/>
              <a:gd name="connsiteX7" fmla="*/ 5080 w 6585056"/>
              <a:gd name="connsiteY7" fmla="*/ 6179 h 6891563"/>
              <a:gd name="connsiteX0" fmla="*/ 5080 w 6625937"/>
              <a:gd name="connsiteY0" fmla="*/ 6179 h 6891563"/>
              <a:gd name="connsiteX1" fmla="*/ 6585056 w 6625937"/>
              <a:gd name="connsiteY1" fmla="*/ 0 h 6891563"/>
              <a:gd name="connsiteX2" fmla="*/ 6625937 w 6625937"/>
              <a:gd name="connsiteY2" fmla="*/ 6885384 h 6891563"/>
              <a:gd name="connsiteX3" fmla="*/ 5080 w 6625937"/>
              <a:gd name="connsiteY3" fmla="*/ 6891563 h 6891563"/>
              <a:gd name="connsiteX4" fmla="*/ 0 w 6625937"/>
              <a:gd name="connsiteY4" fmla="*/ 2231219 h 6891563"/>
              <a:gd name="connsiteX5" fmla="*/ 449580 w 6625937"/>
              <a:gd name="connsiteY5" fmla="*/ 1827359 h 6891563"/>
              <a:gd name="connsiteX6" fmla="*/ 0 w 6625937"/>
              <a:gd name="connsiteY6" fmla="*/ 1476839 h 6891563"/>
              <a:gd name="connsiteX7" fmla="*/ 5080 w 6625937"/>
              <a:gd name="connsiteY7" fmla="*/ 6179 h 6891563"/>
              <a:gd name="connsiteX0" fmla="*/ 5080 w 6614257"/>
              <a:gd name="connsiteY0" fmla="*/ 6179 h 6891563"/>
              <a:gd name="connsiteX1" fmla="*/ 6585056 w 6614257"/>
              <a:gd name="connsiteY1" fmla="*/ 0 h 6891563"/>
              <a:gd name="connsiteX2" fmla="*/ 6614257 w 6614257"/>
              <a:gd name="connsiteY2" fmla="*/ 6879206 h 6891563"/>
              <a:gd name="connsiteX3" fmla="*/ 5080 w 6614257"/>
              <a:gd name="connsiteY3" fmla="*/ 6891563 h 6891563"/>
              <a:gd name="connsiteX4" fmla="*/ 0 w 6614257"/>
              <a:gd name="connsiteY4" fmla="*/ 2231219 h 6891563"/>
              <a:gd name="connsiteX5" fmla="*/ 449580 w 6614257"/>
              <a:gd name="connsiteY5" fmla="*/ 1827359 h 6891563"/>
              <a:gd name="connsiteX6" fmla="*/ 0 w 6614257"/>
              <a:gd name="connsiteY6" fmla="*/ 1476839 h 6891563"/>
              <a:gd name="connsiteX7" fmla="*/ 5080 w 6614257"/>
              <a:gd name="connsiteY7" fmla="*/ 6179 h 6891563"/>
              <a:gd name="connsiteX0" fmla="*/ 5080 w 6596736"/>
              <a:gd name="connsiteY0" fmla="*/ 6179 h 6891563"/>
              <a:gd name="connsiteX1" fmla="*/ 6585056 w 6596736"/>
              <a:gd name="connsiteY1" fmla="*/ 0 h 6891563"/>
              <a:gd name="connsiteX2" fmla="*/ 6596736 w 6596736"/>
              <a:gd name="connsiteY2" fmla="*/ 6879206 h 6891563"/>
              <a:gd name="connsiteX3" fmla="*/ 5080 w 6596736"/>
              <a:gd name="connsiteY3" fmla="*/ 6891563 h 6891563"/>
              <a:gd name="connsiteX4" fmla="*/ 0 w 6596736"/>
              <a:gd name="connsiteY4" fmla="*/ 2231219 h 6891563"/>
              <a:gd name="connsiteX5" fmla="*/ 449580 w 6596736"/>
              <a:gd name="connsiteY5" fmla="*/ 1827359 h 6891563"/>
              <a:gd name="connsiteX6" fmla="*/ 0 w 6596736"/>
              <a:gd name="connsiteY6" fmla="*/ 1476839 h 6891563"/>
              <a:gd name="connsiteX7" fmla="*/ 5080 w 6596736"/>
              <a:gd name="connsiteY7" fmla="*/ 6179 h 6891563"/>
              <a:gd name="connsiteX0" fmla="*/ 5715 w 6597371"/>
              <a:gd name="connsiteY0" fmla="*/ 6179 h 6891563"/>
              <a:gd name="connsiteX1" fmla="*/ 6585691 w 6597371"/>
              <a:gd name="connsiteY1" fmla="*/ 0 h 6891563"/>
              <a:gd name="connsiteX2" fmla="*/ 6597371 w 6597371"/>
              <a:gd name="connsiteY2" fmla="*/ 6879206 h 6891563"/>
              <a:gd name="connsiteX3" fmla="*/ 5715 w 6597371"/>
              <a:gd name="connsiteY3" fmla="*/ 6891563 h 6891563"/>
              <a:gd name="connsiteX4" fmla="*/ 635 w 6597371"/>
              <a:gd name="connsiteY4" fmla="*/ 2231219 h 6891563"/>
              <a:gd name="connsiteX5" fmla="*/ 635 w 6597371"/>
              <a:gd name="connsiteY5" fmla="*/ 1476839 h 6891563"/>
              <a:gd name="connsiteX6" fmla="*/ 5715 w 6597371"/>
              <a:gd name="connsiteY6" fmla="*/ 6179 h 6891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597371" h="6891563">
                <a:moveTo>
                  <a:pt x="5715" y="6179"/>
                </a:moveTo>
                <a:lnTo>
                  <a:pt x="6585691" y="0"/>
                </a:lnTo>
                <a:cubicBezTo>
                  <a:pt x="6589584" y="2293069"/>
                  <a:pt x="6593478" y="4586137"/>
                  <a:pt x="6597371" y="6879206"/>
                </a:cubicBezTo>
                <a:lnTo>
                  <a:pt x="5715" y="6891563"/>
                </a:lnTo>
                <a:cubicBezTo>
                  <a:pt x="9012" y="6061499"/>
                  <a:pt x="1482" y="3133673"/>
                  <a:pt x="635" y="2231219"/>
                </a:cubicBezTo>
                <a:cubicBezTo>
                  <a:pt x="-212" y="1328765"/>
                  <a:pt x="-212" y="1847679"/>
                  <a:pt x="635" y="1476839"/>
                </a:cubicBezTo>
                <a:cubicBezTo>
                  <a:pt x="2328" y="986619"/>
                  <a:pt x="4022" y="496399"/>
                  <a:pt x="5715" y="6179"/>
                </a:cubicBezTo>
                <a:close/>
              </a:path>
            </a:pathLst>
          </a:custGeom>
          <a:solidFill>
            <a:srgbClr val="283F64">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Titel 3">
            <a:extLst>
              <a:ext uri="{FF2B5EF4-FFF2-40B4-BE49-F238E27FC236}">
                <a16:creationId xmlns:a16="http://schemas.microsoft.com/office/drawing/2014/main" id="{4123F42A-2BB6-9193-7260-1F02ABF85F21}"/>
              </a:ext>
            </a:extLst>
          </p:cNvPr>
          <p:cNvSpPr txBox="1">
            <a:spLocks/>
          </p:cNvSpPr>
          <p:nvPr userDrawn="1"/>
        </p:nvSpPr>
        <p:spPr>
          <a:xfrm>
            <a:off x="623392" y="258762"/>
            <a:ext cx="9754043" cy="424800"/>
          </a:xfrm>
          <a:prstGeom prst="rect">
            <a:avLst/>
          </a:prstGeom>
        </p:spPr>
        <p:txBody>
          <a:bodyPr vert="horz" lIns="0" tIns="72000" rIns="0" bIns="0" rtlCol="0" anchor="b">
            <a:noAutofit/>
          </a:bodyPr>
          <a:lstStyle>
            <a:lvl1pPr algn="l" rtl="0" eaLnBrk="1" fontAlgn="base" hangingPunct="1">
              <a:lnSpc>
                <a:spcPct val="80000"/>
              </a:lnSpc>
              <a:spcBef>
                <a:spcPct val="0"/>
              </a:spcBef>
              <a:spcAft>
                <a:spcPct val="0"/>
              </a:spcAft>
              <a:defRPr sz="2400" b="1" kern="1200">
                <a:solidFill>
                  <a:schemeClr val="bg1"/>
                </a:solidFill>
                <a:latin typeface="+mj-lt"/>
                <a:ea typeface="+mj-ea"/>
                <a:cs typeface="+mj-cs"/>
              </a:defRPr>
            </a:lvl1pPr>
            <a:lvl2pPr algn="l" rtl="0" eaLnBrk="1" fontAlgn="base" hangingPunct="1">
              <a:lnSpc>
                <a:spcPct val="80000"/>
              </a:lnSpc>
              <a:spcBef>
                <a:spcPct val="0"/>
              </a:spcBef>
              <a:spcAft>
                <a:spcPct val="0"/>
              </a:spcAft>
              <a:defRPr sz="2708" b="1">
                <a:solidFill>
                  <a:schemeClr val="tx2"/>
                </a:solidFill>
                <a:latin typeface="Arial" charset="0"/>
                <a:cs typeface="Arial" charset="0"/>
              </a:defRPr>
            </a:lvl2pPr>
            <a:lvl3pPr algn="l" rtl="0" eaLnBrk="1" fontAlgn="base" hangingPunct="1">
              <a:lnSpc>
                <a:spcPct val="80000"/>
              </a:lnSpc>
              <a:spcBef>
                <a:spcPct val="0"/>
              </a:spcBef>
              <a:spcAft>
                <a:spcPct val="0"/>
              </a:spcAft>
              <a:defRPr sz="2708" b="1">
                <a:solidFill>
                  <a:schemeClr val="tx2"/>
                </a:solidFill>
                <a:latin typeface="Arial" charset="0"/>
                <a:cs typeface="Arial" charset="0"/>
              </a:defRPr>
            </a:lvl3pPr>
            <a:lvl4pPr algn="l" rtl="0" eaLnBrk="1" fontAlgn="base" hangingPunct="1">
              <a:lnSpc>
                <a:spcPct val="80000"/>
              </a:lnSpc>
              <a:spcBef>
                <a:spcPct val="0"/>
              </a:spcBef>
              <a:spcAft>
                <a:spcPct val="0"/>
              </a:spcAft>
              <a:defRPr sz="2708" b="1">
                <a:solidFill>
                  <a:schemeClr val="tx2"/>
                </a:solidFill>
                <a:latin typeface="Arial" charset="0"/>
                <a:cs typeface="Arial" charset="0"/>
              </a:defRPr>
            </a:lvl4pPr>
            <a:lvl5pPr algn="l" rtl="0" eaLnBrk="1" fontAlgn="base" hangingPunct="1">
              <a:lnSpc>
                <a:spcPct val="80000"/>
              </a:lnSpc>
              <a:spcBef>
                <a:spcPct val="0"/>
              </a:spcBef>
              <a:spcAft>
                <a:spcPct val="0"/>
              </a:spcAft>
              <a:defRPr sz="2708" b="1">
                <a:solidFill>
                  <a:schemeClr val="tx2"/>
                </a:solidFill>
                <a:latin typeface="Arial" charset="0"/>
                <a:cs typeface="Arial" charset="0"/>
              </a:defRPr>
            </a:lvl5pPr>
            <a:lvl6pPr marL="562722" algn="l" rtl="0" eaLnBrk="1" fontAlgn="base" hangingPunct="1">
              <a:lnSpc>
                <a:spcPct val="80000"/>
              </a:lnSpc>
              <a:spcBef>
                <a:spcPct val="0"/>
              </a:spcBef>
              <a:spcAft>
                <a:spcPct val="0"/>
              </a:spcAft>
              <a:defRPr sz="2708" b="1">
                <a:solidFill>
                  <a:schemeClr val="tx2"/>
                </a:solidFill>
                <a:latin typeface="Arial" charset="0"/>
                <a:cs typeface="Arial" charset="0"/>
              </a:defRPr>
            </a:lvl6pPr>
            <a:lvl7pPr marL="1125444" algn="l" rtl="0" eaLnBrk="1" fontAlgn="base" hangingPunct="1">
              <a:lnSpc>
                <a:spcPct val="80000"/>
              </a:lnSpc>
              <a:spcBef>
                <a:spcPct val="0"/>
              </a:spcBef>
              <a:spcAft>
                <a:spcPct val="0"/>
              </a:spcAft>
              <a:defRPr sz="2708" b="1">
                <a:solidFill>
                  <a:schemeClr val="tx2"/>
                </a:solidFill>
                <a:latin typeface="Arial" charset="0"/>
                <a:cs typeface="Arial" charset="0"/>
              </a:defRPr>
            </a:lvl7pPr>
            <a:lvl8pPr marL="1688165" algn="l" rtl="0" eaLnBrk="1" fontAlgn="base" hangingPunct="1">
              <a:lnSpc>
                <a:spcPct val="80000"/>
              </a:lnSpc>
              <a:spcBef>
                <a:spcPct val="0"/>
              </a:spcBef>
              <a:spcAft>
                <a:spcPct val="0"/>
              </a:spcAft>
              <a:defRPr sz="2708" b="1">
                <a:solidFill>
                  <a:schemeClr val="tx2"/>
                </a:solidFill>
                <a:latin typeface="Arial" charset="0"/>
                <a:cs typeface="Arial" charset="0"/>
              </a:defRPr>
            </a:lvl8pPr>
            <a:lvl9pPr marL="2250887" algn="l" rtl="0" eaLnBrk="1" fontAlgn="base" hangingPunct="1">
              <a:lnSpc>
                <a:spcPct val="80000"/>
              </a:lnSpc>
              <a:spcBef>
                <a:spcPct val="0"/>
              </a:spcBef>
              <a:spcAft>
                <a:spcPct val="0"/>
              </a:spcAft>
              <a:defRPr sz="2708" b="1">
                <a:solidFill>
                  <a:schemeClr val="tx2"/>
                </a:solidFill>
                <a:latin typeface="Arial" charset="0"/>
                <a:cs typeface="Arial" charset="0"/>
              </a:defRPr>
            </a:lvl9pPr>
          </a:lstStyle>
          <a:p>
            <a:r>
              <a:rPr lang="de-DE" dirty="0"/>
              <a:t>Agenda</a:t>
            </a:r>
          </a:p>
        </p:txBody>
      </p:sp>
      <p:sp>
        <p:nvSpPr>
          <p:cNvPr id="10" name="Textplatzhalter 4">
            <a:extLst>
              <a:ext uri="{FF2B5EF4-FFF2-40B4-BE49-F238E27FC236}">
                <a16:creationId xmlns:a16="http://schemas.microsoft.com/office/drawing/2014/main" id="{12E63DA2-4F02-12B4-2652-7D440B43E4A5}"/>
              </a:ext>
            </a:extLst>
          </p:cNvPr>
          <p:cNvSpPr>
            <a:spLocks noGrp="1"/>
          </p:cNvSpPr>
          <p:nvPr>
            <p:ph idx="1"/>
          </p:nvPr>
        </p:nvSpPr>
        <p:spPr>
          <a:xfrm>
            <a:off x="642613" y="984303"/>
            <a:ext cx="5021340" cy="5614935"/>
          </a:xfrm>
          <a:prstGeom prst="rect">
            <a:avLst/>
          </a:prstGeom>
        </p:spPr>
        <p:txBody>
          <a:bodyPr vert="horz" lIns="0" tIns="0" rIns="0" bIns="0" rtlCol="0">
            <a:noAutofit/>
          </a:bodyPr>
          <a:lstStyle>
            <a:lvl1pPr>
              <a:buClr>
                <a:schemeClr val="bg1"/>
              </a:buClr>
              <a:defRPr lang="de-DE" b="1" kern="1200" dirty="0" smtClean="0">
                <a:solidFill>
                  <a:schemeClr val="bg1"/>
                </a:solidFill>
                <a:latin typeface="+mn-lt"/>
                <a:ea typeface="+mn-ea"/>
                <a:cs typeface="+mn-cs"/>
              </a:defRPr>
            </a:lvl1pPr>
            <a:lvl2pPr>
              <a:buClr>
                <a:schemeClr val="bg1"/>
              </a:buClr>
              <a:defRPr>
                <a:solidFill>
                  <a:schemeClr val="bg1"/>
                </a:solidFill>
              </a:defRPr>
            </a:lvl2pPr>
            <a:lvl3pPr>
              <a:buClr>
                <a:schemeClr val="bg1"/>
              </a:buClr>
              <a:defRPr sz="1600">
                <a:solidFill>
                  <a:schemeClr val="bg1"/>
                </a:solidFill>
              </a:defRPr>
            </a:lvl3pPr>
            <a:lvl4pPr>
              <a:buClr>
                <a:schemeClr val="bg1"/>
              </a:buClr>
              <a:defRPr sz="1400">
                <a:solidFill>
                  <a:schemeClr val="bg1"/>
                </a:solidFill>
              </a:defRPr>
            </a:lvl4pPr>
            <a:lvl5pPr>
              <a:buClr>
                <a:schemeClr val="bg1"/>
              </a:buCl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pic>
        <p:nvPicPr>
          <p:cNvPr id="11" name="Grafik 10" descr="Ein Bild, das Text, Schrift, Grafiken, Grafikdesign enthält.&#10;&#10;KI-generierte Inhalte können fehlerhaft sein.">
            <a:extLst>
              <a:ext uri="{FF2B5EF4-FFF2-40B4-BE49-F238E27FC236}">
                <a16:creationId xmlns:a16="http://schemas.microsoft.com/office/drawing/2014/main" id="{9EADC615-AA60-7A1C-E3CF-37F9FF19153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Tree>
    <p:extLst>
      <p:ext uri="{BB962C8B-B14F-4D97-AF65-F5344CB8AC3E}">
        <p14:creationId xmlns:p14="http://schemas.microsoft.com/office/powerpoint/2010/main" val="1042659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17"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2" name="Textplatzhalter 4"/>
          <p:cNvSpPr>
            <a:spLocks noGrp="1"/>
          </p:cNvSpPr>
          <p:nvPr>
            <p:ph idx="1"/>
          </p:nvPr>
        </p:nvSpPr>
        <p:spPr>
          <a:xfrm>
            <a:off x="360362" y="883065"/>
            <a:ext cx="11469239" cy="5614935"/>
          </a:xfrm>
          <a:prstGeom prst="rect">
            <a:avLst/>
          </a:prstGeom>
        </p:spPr>
        <p:txBody>
          <a:bodyPr vert="horz" lIns="0" tIns="0" rIns="0" bIns="0" rtlCol="0">
            <a:noAutofit/>
          </a:bodyPr>
          <a:lstStyle>
            <a:lvl1pPr>
              <a:buClr>
                <a:schemeClr val="bg1"/>
              </a:buClr>
              <a:defRPr lang="de-DE" b="1" kern="1200" dirty="0" smtClean="0">
                <a:solidFill>
                  <a:schemeClr val="bg1"/>
                </a:solidFill>
                <a:latin typeface="+mn-lt"/>
                <a:ea typeface="+mn-ea"/>
                <a:cs typeface="+mn-cs"/>
              </a:defRPr>
            </a:lvl1pPr>
            <a:lvl2pPr>
              <a:buClr>
                <a:schemeClr val="bg1"/>
              </a:buClr>
              <a:defRPr>
                <a:solidFill>
                  <a:schemeClr val="bg1"/>
                </a:solidFill>
              </a:defRPr>
            </a:lvl2pPr>
            <a:lvl3pPr>
              <a:buClr>
                <a:schemeClr val="bg1"/>
              </a:buClr>
              <a:defRPr sz="1600">
                <a:solidFill>
                  <a:schemeClr val="bg1"/>
                </a:solidFill>
              </a:defRPr>
            </a:lvl3pPr>
            <a:lvl4pPr>
              <a:buClr>
                <a:schemeClr val="bg1"/>
              </a:buClr>
              <a:defRPr sz="1400">
                <a:solidFill>
                  <a:schemeClr val="bg1"/>
                </a:solidFill>
              </a:defRPr>
            </a:lvl4pPr>
            <a:lvl5pPr>
              <a:buClr>
                <a:schemeClr val="bg1"/>
              </a:buCl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6"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A4055450-52AE-4C8B-9714-2843C81CF833}" type="datetime1">
              <a:rPr lang="de-DE" smtClean="0"/>
              <a:t>21.08.2026</a:t>
            </a:fld>
            <a:endParaRPr lang="de-DE" dirty="0"/>
          </a:p>
        </p:txBody>
      </p:sp>
      <p:sp>
        <p:nvSpPr>
          <p:cNvPr id="7"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8"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Tree>
    <p:extLst>
      <p:ext uri="{BB962C8B-B14F-4D97-AF65-F5344CB8AC3E}">
        <p14:creationId xmlns:p14="http://schemas.microsoft.com/office/powerpoint/2010/main" val="11618355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und Inhalt mit Konsequenz">
    <p:spTree>
      <p:nvGrpSpPr>
        <p:cNvPr id="1" name=""/>
        <p:cNvGrpSpPr/>
        <p:nvPr/>
      </p:nvGrpSpPr>
      <p:grpSpPr>
        <a:xfrm>
          <a:off x="0" y="0"/>
          <a:ext cx="0" cy="0"/>
          <a:chOff x="0" y="0"/>
          <a:chExt cx="0" cy="0"/>
        </a:xfrm>
      </p:grpSpPr>
      <p:sp>
        <p:nvSpPr>
          <p:cNvPr id="11" name="Inhaltsplatzhalter 10"/>
          <p:cNvSpPr>
            <a:spLocks noGrp="1"/>
          </p:cNvSpPr>
          <p:nvPr>
            <p:ph sz="quarter" idx="13"/>
          </p:nvPr>
        </p:nvSpPr>
        <p:spPr>
          <a:xfrm>
            <a:off x="360000" y="884238"/>
            <a:ext cx="11469600" cy="4287837"/>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1"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2"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0"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317BA780-0480-435A-BCD6-AEB1AD05C6D7}" type="datetime1">
              <a:rPr lang="de-DE" smtClean="0"/>
              <a:t>21.08.2026</a:t>
            </a:fld>
            <a:endParaRPr lang="de-DE" dirty="0"/>
          </a:p>
        </p:txBody>
      </p:sp>
      <p:sp>
        <p:nvSpPr>
          <p:cNvPr id="12"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grpSp>
        <p:nvGrpSpPr>
          <p:cNvPr id="18" name="Gruppieren 17">
            <a:extLst>
              <a:ext uri="{FF2B5EF4-FFF2-40B4-BE49-F238E27FC236}">
                <a16:creationId xmlns:a16="http://schemas.microsoft.com/office/drawing/2014/main" id="{ED73494D-2836-7B9B-2A68-E489710D8986}"/>
              </a:ext>
            </a:extLst>
          </p:cNvPr>
          <p:cNvGrpSpPr/>
          <p:nvPr userDrawn="1"/>
        </p:nvGrpSpPr>
        <p:grpSpPr>
          <a:xfrm>
            <a:off x="354012" y="5502256"/>
            <a:ext cx="11488927" cy="996200"/>
            <a:chOff x="354012" y="5502256"/>
            <a:chExt cx="11488927" cy="996200"/>
          </a:xfrm>
        </p:grpSpPr>
        <p:sp>
          <p:nvSpPr>
            <p:cNvPr id="14" name="Freihandform: Form 13">
              <a:extLst>
                <a:ext uri="{FF2B5EF4-FFF2-40B4-BE49-F238E27FC236}">
                  <a16:creationId xmlns:a16="http://schemas.microsoft.com/office/drawing/2014/main" id="{55337789-6E2D-6CF1-2294-70126386A8D5}"/>
                </a:ext>
              </a:extLst>
            </p:cNvPr>
            <p:cNvSpPr/>
            <p:nvPr/>
          </p:nvSpPr>
          <p:spPr>
            <a:xfrm>
              <a:off x="354645" y="5587394"/>
              <a:ext cx="297605" cy="829723"/>
            </a:xfrm>
            <a:custGeom>
              <a:avLst/>
              <a:gdLst>
                <a:gd name="csX0" fmla="*/ 0 w 297605"/>
                <a:gd name="csY0" fmla="*/ 0 h 829723"/>
                <a:gd name="csX1" fmla="*/ 297606 w 297605"/>
                <a:gd name="csY1" fmla="*/ 416192 h 829723"/>
                <a:gd name="csX2" fmla="*/ 1140 w 297605"/>
                <a:gd name="csY2" fmla="*/ 829724 h 829723"/>
                <a:gd name="csX3" fmla="*/ 0 w 297605"/>
                <a:gd name="csY3" fmla="*/ 0 h 829723"/>
              </a:gdLst>
              <a:ahLst/>
              <a:cxnLst>
                <a:cxn ang="0">
                  <a:pos x="csX0" y="csY0"/>
                </a:cxn>
                <a:cxn ang="0">
                  <a:pos x="csX1" y="csY1"/>
                </a:cxn>
                <a:cxn ang="0">
                  <a:pos x="csX2" y="csY2"/>
                </a:cxn>
                <a:cxn ang="0">
                  <a:pos x="csX3" y="csY3"/>
                </a:cxn>
              </a:cxnLst>
              <a:rect l="l" t="t" r="r" b="b"/>
              <a:pathLst>
                <a:path w="297605" h="829723">
                  <a:moveTo>
                    <a:pt x="0" y="0"/>
                  </a:moveTo>
                  <a:lnTo>
                    <a:pt x="297606" y="416192"/>
                  </a:lnTo>
                  <a:lnTo>
                    <a:pt x="1140" y="829724"/>
                  </a:lnTo>
                  <a:lnTo>
                    <a:pt x="0" y="0"/>
                  </a:lnTo>
                  <a:close/>
                </a:path>
              </a:pathLst>
            </a:custGeom>
            <a:solidFill>
              <a:srgbClr val="ADC22D"/>
            </a:solidFill>
            <a:ln w="12665" cap="flat">
              <a:noFill/>
              <a:prstDash val="solid"/>
              <a:miter/>
            </a:ln>
          </p:spPr>
        </p:sp>
        <p:sp>
          <p:nvSpPr>
            <p:cNvPr id="15" name="Freihandform: Form 14">
              <a:extLst>
                <a:ext uri="{FF2B5EF4-FFF2-40B4-BE49-F238E27FC236}">
                  <a16:creationId xmlns:a16="http://schemas.microsoft.com/office/drawing/2014/main" id="{49F2B046-27E6-4508-4B02-B4F94731ED00}"/>
                </a:ext>
              </a:extLst>
            </p:cNvPr>
            <p:cNvSpPr/>
            <p:nvPr/>
          </p:nvSpPr>
          <p:spPr>
            <a:xfrm>
              <a:off x="354012" y="5502256"/>
              <a:ext cx="11488927" cy="996200"/>
            </a:xfrm>
            <a:custGeom>
              <a:avLst/>
              <a:gdLst>
                <a:gd name="csX0" fmla="*/ 11488928 w 11488927"/>
                <a:gd name="csY0" fmla="*/ 0 h 996200"/>
                <a:gd name="csX1" fmla="*/ 0 w 11488927"/>
                <a:gd name="csY1" fmla="*/ 0 h 996200"/>
                <a:gd name="csX2" fmla="*/ 253 w 11488927"/>
                <a:gd name="csY2" fmla="*/ 380 h 996200"/>
                <a:gd name="csX3" fmla="*/ 357532 w 11488927"/>
                <a:gd name="csY3" fmla="*/ 501331 h 996200"/>
                <a:gd name="csX4" fmla="*/ 3421 w 11488927"/>
                <a:gd name="csY4" fmla="*/ 996200 h 996200"/>
                <a:gd name="csX5" fmla="*/ 11488928 w 11488927"/>
                <a:gd name="csY5" fmla="*/ 996200 h 996200"/>
                <a:gd name="csX6" fmla="*/ 11488928 w 11488927"/>
                <a:gd name="csY6" fmla="*/ 0 h 9962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488927" h="996200">
                  <a:moveTo>
                    <a:pt x="11488928" y="0"/>
                  </a:moveTo>
                  <a:lnTo>
                    <a:pt x="0" y="0"/>
                  </a:lnTo>
                  <a:lnTo>
                    <a:pt x="253" y="380"/>
                  </a:lnTo>
                  <a:lnTo>
                    <a:pt x="357532" y="501331"/>
                  </a:lnTo>
                  <a:lnTo>
                    <a:pt x="3421" y="996200"/>
                  </a:lnTo>
                  <a:lnTo>
                    <a:pt x="11488928" y="996200"/>
                  </a:lnTo>
                  <a:lnTo>
                    <a:pt x="11488928" y="0"/>
                  </a:lnTo>
                  <a:close/>
                </a:path>
              </a:pathLst>
            </a:custGeom>
            <a:solidFill>
              <a:schemeClr val="bg1">
                <a:alpha val="60000"/>
              </a:schemeClr>
            </a:solidFill>
            <a:ln w="12665" cap="flat">
              <a:noFill/>
              <a:prstDash val="solid"/>
              <a:miter/>
            </a:ln>
          </p:spPr>
        </p:sp>
      </p:grpSp>
      <p:sp>
        <p:nvSpPr>
          <p:cNvPr id="5" name="Textplatzhalter 4">
            <a:extLst>
              <a:ext uri="{FF2B5EF4-FFF2-40B4-BE49-F238E27FC236}">
                <a16:creationId xmlns:a16="http://schemas.microsoft.com/office/drawing/2014/main" id="{296BAF6D-DC06-C707-2E17-912C34044478}"/>
              </a:ext>
            </a:extLst>
          </p:cNvPr>
          <p:cNvSpPr>
            <a:spLocks noGrp="1"/>
          </p:cNvSpPr>
          <p:nvPr>
            <p:ph type="body" sz="quarter" idx="14" hasCustomPrompt="1"/>
          </p:nvPr>
        </p:nvSpPr>
        <p:spPr>
          <a:xfrm>
            <a:off x="1055440" y="5875701"/>
            <a:ext cx="8640762" cy="249309"/>
          </a:xfrm>
        </p:spPr>
        <p:txBody>
          <a:bodyPr/>
          <a:lstStyle>
            <a:lvl1pPr>
              <a:buNone/>
              <a:defRPr sz="1600" b="0"/>
            </a:lvl1pPr>
          </a:lstStyle>
          <a:p>
            <a:pPr lvl="0"/>
            <a:r>
              <a:rPr lang="de-DE" sz="1800" dirty="0">
                <a:solidFill>
                  <a:schemeClr val="bg1"/>
                </a:solidFill>
              </a:rPr>
              <a:t>Fazit/Konsequenz durch Klicken bearbeiten</a:t>
            </a:r>
          </a:p>
        </p:txBody>
      </p:sp>
    </p:spTree>
    <p:extLst>
      <p:ext uri="{BB962C8B-B14F-4D97-AF65-F5344CB8AC3E}">
        <p14:creationId xmlns:p14="http://schemas.microsoft.com/office/powerpoint/2010/main" val="409035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 presetClass="entr" presetSubtype="0" fill="hold" nodeType="withEffect">
                  <p:stCondLst>
                    <p:cond delay="0"/>
                  </p:stCondLst>
                  <p:childTnLst>
                    <p:set>
                      <p:cBhvr>
                        <p:cTn dur="1" fill="hold">
                          <p:stCondLst>
                            <p:cond delay="0"/>
                          </p:stCondLst>
                        </p:cTn>
                        <p:tgtEl>
                          <p:spTgt spid="5"/>
                        </p:tgtEl>
                        <p:attrNameLst>
                          <p:attrName>style.visibility</p:attrName>
                        </p:attrNameLst>
                      </p:cBhvr>
                      <p:to>
                        <p:strVal val="visible"/>
                      </p:to>
                    </p:set>
                  </p:childTnLst>
                </p:cTn>
              </p:par>
            </p:tnLst>
          </p:tmpl>
        </p:tmplLst>
      </p:bldP>
    </p:bldLst>
  </p:timing>
  <p:extLst>
    <p:ext uri="{DCECCB84-F9BA-43D5-87BE-67443E8EF086}">
      <p15:sldGuideLst xmlns:p15="http://schemas.microsoft.com/office/powerpoint/2012/main">
        <p15:guide id="1" orient="horz" pos="325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mit Konsequenz">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k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2"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3"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4" name="Inhaltsplatzhalter 10"/>
          <p:cNvSpPr>
            <a:spLocks noGrp="1"/>
          </p:cNvSpPr>
          <p:nvPr>
            <p:ph sz="quarter" idx="13"/>
          </p:nvPr>
        </p:nvSpPr>
        <p:spPr>
          <a:xfrm>
            <a:off x="359999" y="884239"/>
            <a:ext cx="5653451" cy="4287836"/>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Inhaltsplatzhalter 10"/>
          <p:cNvSpPr>
            <a:spLocks noGrp="1"/>
          </p:cNvSpPr>
          <p:nvPr>
            <p:ph sz="quarter" idx="16"/>
          </p:nvPr>
        </p:nvSpPr>
        <p:spPr>
          <a:xfrm>
            <a:off x="6175375" y="884238"/>
            <a:ext cx="5656317" cy="4287837"/>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2E854386-9774-4D50-B22F-FCB1CC96DF59}" type="datetime1">
              <a:rPr lang="de-DE" smtClean="0"/>
              <a:t>21.08.2026</a:t>
            </a:fld>
            <a:endParaRPr lang="de-DE" dirty="0"/>
          </a:p>
        </p:txBody>
      </p:sp>
      <p:sp>
        <p:nvSpPr>
          <p:cNvPr id="13"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grpSp>
        <p:nvGrpSpPr>
          <p:cNvPr id="5" name="Gruppieren 4">
            <a:extLst>
              <a:ext uri="{FF2B5EF4-FFF2-40B4-BE49-F238E27FC236}">
                <a16:creationId xmlns:a16="http://schemas.microsoft.com/office/drawing/2014/main" id="{16ABFE87-35E4-47BA-55DF-DF0FF4BC92F4}"/>
              </a:ext>
            </a:extLst>
          </p:cNvPr>
          <p:cNvGrpSpPr/>
          <p:nvPr userDrawn="1"/>
        </p:nvGrpSpPr>
        <p:grpSpPr>
          <a:xfrm>
            <a:off x="354012" y="5502256"/>
            <a:ext cx="11488927" cy="996200"/>
            <a:chOff x="354012" y="5502256"/>
            <a:chExt cx="11488927" cy="996200"/>
          </a:xfrm>
        </p:grpSpPr>
        <p:sp>
          <p:nvSpPr>
            <p:cNvPr id="6" name="Freihandform: Form 5">
              <a:extLst>
                <a:ext uri="{FF2B5EF4-FFF2-40B4-BE49-F238E27FC236}">
                  <a16:creationId xmlns:a16="http://schemas.microsoft.com/office/drawing/2014/main" id="{C6055524-31E4-D4C2-1B6C-A9386C5CED87}"/>
                </a:ext>
              </a:extLst>
            </p:cNvPr>
            <p:cNvSpPr/>
            <p:nvPr/>
          </p:nvSpPr>
          <p:spPr>
            <a:xfrm>
              <a:off x="354645" y="5587394"/>
              <a:ext cx="297605" cy="829723"/>
            </a:xfrm>
            <a:custGeom>
              <a:avLst/>
              <a:gdLst>
                <a:gd name="csX0" fmla="*/ 0 w 297605"/>
                <a:gd name="csY0" fmla="*/ 0 h 829723"/>
                <a:gd name="csX1" fmla="*/ 297606 w 297605"/>
                <a:gd name="csY1" fmla="*/ 416192 h 829723"/>
                <a:gd name="csX2" fmla="*/ 1140 w 297605"/>
                <a:gd name="csY2" fmla="*/ 829724 h 829723"/>
                <a:gd name="csX3" fmla="*/ 0 w 297605"/>
                <a:gd name="csY3" fmla="*/ 0 h 829723"/>
              </a:gdLst>
              <a:ahLst/>
              <a:cxnLst>
                <a:cxn ang="0">
                  <a:pos x="csX0" y="csY0"/>
                </a:cxn>
                <a:cxn ang="0">
                  <a:pos x="csX1" y="csY1"/>
                </a:cxn>
                <a:cxn ang="0">
                  <a:pos x="csX2" y="csY2"/>
                </a:cxn>
                <a:cxn ang="0">
                  <a:pos x="csX3" y="csY3"/>
                </a:cxn>
              </a:cxnLst>
              <a:rect l="l" t="t" r="r" b="b"/>
              <a:pathLst>
                <a:path w="297605" h="829723">
                  <a:moveTo>
                    <a:pt x="0" y="0"/>
                  </a:moveTo>
                  <a:lnTo>
                    <a:pt x="297606" y="416192"/>
                  </a:lnTo>
                  <a:lnTo>
                    <a:pt x="1140" y="829724"/>
                  </a:lnTo>
                  <a:lnTo>
                    <a:pt x="0" y="0"/>
                  </a:lnTo>
                  <a:close/>
                </a:path>
              </a:pathLst>
            </a:custGeom>
            <a:solidFill>
              <a:srgbClr val="ADC22D"/>
            </a:solidFill>
            <a:ln w="12665" cap="flat">
              <a:noFill/>
              <a:prstDash val="solid"/>
              <a:miter/>
            </a:ln>
          </p:spPr>
        </p:sp>
        <p:sp>
          <p:nvSpPr>
            <p:cNvPr id="7" name="Freihandform: Form 6">
              <a:extLst>
                <a:ext uri="{FF2B5EF4-FFF2-40B4-BE49-F238E27FC236}">
                  <a16:creationId xmlns:a16="http://schemas.microsoft.com/office/drawing/2014/main" id="{EE087610-8899-FDFB-C18A-14B742F2F584}"/>
                </a:ext>
              </a:extLst>
            </p:cNvPr>
            <p:cNvSpPr/>
            <p:nvPr/>
          </p:nvSpPr>
          <p:spPr>
            <a:xfrm>
              <a:off x="354012" y="5502256"/>
              <a:ext cx="11488927" cy="996200"/>
            </a:xfrm>
            <a:custGeom>
              <a:avLst/>
              <a:gdLst>
                <a:gd name="csX0" fmla="*/ 11488928 w 11488927"/>
                <a:gd name="csY0" fmla="*/ 0 h 996200"/>
                <a:gd name="csX1" fmla="*/ 0 w 11488927"/>
                <a:gd name="csY1" fmla="*/ 0 h 996200"/>
                <a:gd name="csX2" fmla="*/ 253 w 11488927"/>
                <a:gd name="csY2" fmla="*/ 380 h 996200"/>
                <a:gd name="csX3" fmla="*/ 357532 w 11488927"/>
                <a:gd name="csY3" fmla="*/ 501331 h 996200"/>
                <a:gd name="csX4" fmla="*/ 3421 w 11488927"/>
                <a:gd name="csY4" fmla="*/ 996200 h 996200"/>
                <a:gd name="csX5" fmla="*/ 11488928 w 11488927"/>
                <a:gd name="csY5" fmla="*/ 996200 h 996200"/>
                <a:gd name="csX6" fmla="*/ 11488928 w 11488927"/>
                <a:gd name="csY6" fmla="*/ 0 h 9962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488927" h="996200">
                  <a:moveTo>
                    <a:pt x="11488928" y="0"/>
                  </a:moveTo>
                  <a:lnTo>
                    <a:pt x="0" y="0"/>
                  </a:lnTo>
                  <a:lnTo>
                    <a:pt x="253" y="380"/>
                  </a:lnTo>
                  <a:lnTo>
                    <a:pt x="357532" y="501331"/>
                  </a:lnTo>
                  <a:lnTo>
                    <a:pt x="3421" y="996200"/>
                  </a:lnTo>
                  <a:lnTo>
                    <a:pt x="11488928" y="996200"/>
                  </a:lnTo>
                  <a:lnTo>
                    <a:pt x="11488928" y="0"/>
                  </a:lnTo>
                  <a:close/>
                </a:path>
              </a:pathLst>
            </a:custGeom>
            <a:solidFill>
              <a:schemeClr val="bg1">
                <a:alpha val="60000"/>
              </a:schemeClr>
            </a:solidFill>
            <a:ln w="12665" cap="flat">
              <a:noFill/>
              <a:prstDash val="solid"/>
              <a:miter/>
            </a:ln>
          </p:spPr>
        </p:sp>
      </p:grpSp>
      <p:sp>
        <p:nvSpPr>
          <p:cNvPr id="12" name="Textplatzhalter 4">
            <a:extLst>
              <a:ext uri="{FF2B5EF4-FFF2-40B4-BE49-F238E27FC236}">
                <a16:creationId xmlns:a16="http://schemas.microsoft.com/office/drawing/2014/main" id="{4C5C1675-5181-7FAD-0BA0-455DC4174114}"/>
              </a:ext>
            </a:extLst>
          </p:cNvPr>
          <p:cNvSpPr>
            <a:spLocks noGrp="1"/>
          </p:cNvSpPr>
          <p:nvPr>
            <p:ph type="body" sz="quarter" idx="14" hasCustomPrompt="1"/>
          </p:nvPr>
        </p:nvSpPr>
        <p:spPr>
          <a:xfrm>
            <a:off x="1055440" y="5875701"/>
            <a:ext cx="8640762" cy="249309"/>
          </a:xfrm>
        </p:spPr>
        <p:txBody>
          <a:bodyPr/>
          <a:lstStyle>
            <a:lvl1pPr>
              <a:buNone/>
              <a:defRPr sz="1600" b="0"/>
            </a:lvl1pPr>
          </a:lstStyle>
          <a:p>
            <a:pPr lvl="0"/>
            <a:r>
              <a:rPr lang="de-DE" sz="1800" dirty="0">
                <a:solidFill>
                  <a:schemeClr val="bg1"/>
                </a:solidFill>
              </a:rPr>
              <a:t>Fazit/Konsequenz durch Klicken bearbeiten</a:t>
            </a:r>
          </a:p>
        </p:txBody>
      </p:sp>
    </p:spTree>
    <p:extLst>
      <p:ext uri="{BB962C8B-B14F-4D97-AF65-F5344CB8AC3E}">
        <p14:creationId xmlns:p14="http://schemas.microsoft.com/office/powerpoint/2010/main" val="1601465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tmplLst>
          <p:tmpl lvl="1">
            <p:tnLst>
              <p:par>
                <p:cTn presetID="1"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Lst>
      </p:bldP>
    </p:bldLst>
  </p:timing>
  <p:extLst>
    <p:ext uri="{DCECCB84-F9BA-43D5-87BE-67443E8EF086}">
      <p15:sldGuideLst xmlns:p15="http://schemas.microsoft.com/office/powerpoint/2012/main">
        <p15:guide id="1" orient="horz" pos="3258">
          <p15:clr>
            <a:srgbClr val="FBAE40"/>
          </p15:clr>
        </p15:guide>
        <p15:guide id="2" pos="3840">
          <p15:clr>
            <a:srgbClr val="FBAE40"/>
          </p15:clr>
        </p15:guide>
        <p15:guide id="3" pos="3890">
          <p15:clr>
            <a:srgbClr val="FBAE40"/>
          </p15:clr>
        </p15:guide>
        <p15:guide id="4" pos="378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ei Inhalte nebeneinander">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59999" y="884238"/>
            <a:ext cx="5653451" cy="5613761"/>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6175375" y="884238"/>
            <a:ext cx="5656317" cy="5613761"/>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8"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FC765BB3-AF36-4AAF-95AD-5736B992BEA1}" type="datetime1">
              <a:rPr lang="de-DE" smtClean="0"/>
              <a:t>21.08.2026</a:t>
            </a:fld>
            <a:endParaRPr lang="de-DE" dirty="0"/>
          </a:p>
        </p:txBody>
      </p:sp>
      <p:sp>
        <p:nvSpPr>
          <p:cNvPr id="9"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1102225227"/>
      </p:ext>
    </p:extLst>
  </p:cSld>
  <p:clrMapOvr>
    <a:masterClrMapping/>
  </p:clrMapOvr>
  <p:extLst>
    <p:ext uri="{DCECCB84-F9BA-43D5-87BE-67443E8EF086}">
      <p15:sldGuideLst xmlns:p15="http://schemas.microsoft.com/office/powerpoint/2012/main">
        <p15:guide id="1" pos="3890">
          <p15:clr>
            <a:srgbClr val="FBAE40"/>
          </p15:clr>
        </p15:guide>
        <p15:guide id="2" pos="3788">
          <p15:clr>
            <a:srgbClr val="FBAE40"/>
          </p15:clr>
        </p15:guide>
        <p15:guide id="5"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amp; Bild nebeneinander">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60001" y="3135784"/>
            <a:ext cx="5652000"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6175375" y="3135784"/>
            <a:ext cx="5652000"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1" name="Bildplatzhalter 6"/>
          <p:cNvSpPr>
            <a:spLocks noGrp="1"/>
          </p:cNvSpPr>
          <p:nvPr>
            <p:ph type="pic" sz="quarter" idx="14" hasCustomPrompt="1"/>
          </p:nvPr>
        </p:nvSpPr>
        <p:spPr>
          <a:xfrm>
            <a:off x="360000" y="884237"/>
            <a:ext cx="5652000" cy="2089547"/>
          </a:xfrm>
          <a:prstGeom prst="rect">
            <a:avLst/>
          </a:prstGeom>
          <a:pattFill prst="wdDnDiag">
            <a:fgClr>
              <a:schemeClr val="bg2"/>
            </a:fgClr>
            <a:bgClr>
              <a:schemeClr val="bg1"/>
            </a:bgClr>
          </a:pattFill>
        </p:spPr>
        <p:txBody>
          <a:bodyPr tIns="252000" anchor="t" anchorCtr="0">
            <a:noAutofit/>
          </a:bodyPr>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3" name="Bildplatzhalter 6"/>
          <p:cNvSpPr>
            <a:spLocks noGrp="1"/>
          </p:cNvSpPr>
          <p:nvPr>
            <p:ph type="pic" sz="quarter" idx="17" hasCustomPrompt="1"/>
          </p:nvPr>
        </p:nvSpPr>
        <p:spPr>
          <a:xfrm>
            <a:off x="6175375" y="884236"/>
            <a:ext cx="5652000" cy="2089547"/>
          </a:xfrm>
          <a:prstGeom prst="rect">
            <a:avLst/>
          </a:prstGeom>
          <a:pattFill prst="wdDnDiag">
            <a:fgClr>
              <a:schemeClr val="bg2"/>
            </a:fgClr>
            <a:bgClr>
              <a:schemeClr val="bg1"/>
            </a:bgClr>
          </a:pattFill>
        </p:spPr>
        <p:txBody>
          <a:bodyPr tIns="252000" anchor="t" anchorCtr="0">
            <a:noAutofit/>
          </a:bodyPr>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0"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BB79631E-080F-4872-A96C-5545AF8C2611}" type="datetime1">
              <a:rPr lang="de-DE" smtClean="0"/>
              <a:t>21.08.2026</a:t>
            </a:fld>
            <a:endParaRPr lang="de-DE" dirty="0"/>
          </a:p>
        </p:txBody>
      </p:sp>
      <p:sp>
        <p:nvSpPr>
          <p:cNvPr id="14"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4046424313"/>
      </p:ext>
    </p:extLst>
  </p:cSld>
  <p:clrMapOvr>
    <a:masterClrMapping/>
  </p:clrMapOvr>
  <p:extLst>
    <p:ext uri="{DCECCB84-F9BA-43D5-87BE-67443E8EF086}">
      <p15:sldGuideLst xmlns:p15="http://schemas.microsoft.com/office/powerpoint/2012/main">
        <p15:guide id="1" pos="3890">
          <p15:clr>
            <a:srgbClr val="FBAE40"/>
          </p15:clr>
        </p15:guide>
        <p15:guide id="2" pos="3788">
          <p15:clr>
            <a:srgbClr val="FBAE40"/>
          </p15:clr>
        </p15:guide>
        <p15:guide id="5"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rei Inhalte nebeneinander">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59999" y="884238"/>
            <a:ext cx="3715113" cy="5613761"/>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Inhaltsplatzhalter 10"/>
          <p:cNvSpPr>
            <a:spLocks noGrp="1"/>
          </p:cNvSpPr>
          <p:nvPr>
            <p:ph sz="quarter" idx="15"/>
          </p:nvPr>
        </p:nvSpPr>
        <p:spPr>
          <a:xfrm>
            <a:off x="4237038" y="884238"/>
            <a:ext cx="3715113" cy="5613761"/>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8113713" y="884238"/>
            <a:ext cx="3715113" cy="5613761"/>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9"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46B2903D-F63F-442A-B5F0-685047A186AE}" type="datetime1">
              <a:rPr lang="de-DE" smtClean="0"/>
              <a:t>21.08.2026</a:t>
            </a:fld>
            <a:endParaRPr lang="de-DE" dirty="0"/>
          </a:p>
        </p:txBody>
      </p:sp>
      <p:sp>
        <p:nvSpPr>
          <p:cNvPr id="10"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2199945600"/>
      </p:ext>
    </p:extLst>
  </p:cSld>
  <p:clrMapOvr>
    <a:masterClrMapping/>
  </p:clrMapOvr>
  <p:extLst>
    <p:ext uri="{DCECCB84-F9BA-43D5-87BE-67443E8EF086}">
      <p15:sldGuideLst xmlns:p15="http://schemas.microsoft.com/office/powerpoint/2012/main">
        <p15:guide id="1" pos="2568">
          <p15:clr>
            <a:srgbClr val="FBAE40"/>
          </p15:clr>
        </p15:guide>
        <p15:guide id="2" pos="2669">
          <p15:clr>
            <a:srgbClr val="FBAE40"/>
          </p15:clr>
        </p15:guide>
        <p15:guide id="3" pos="5010">
          <p15:clr>
            <a:srgbClr val="FBAE40"/>
          </p15:clr>
        </p15:guide>
        <p15:guide id="4" pos="511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rei Inhalte &amp; Bild nebeneinander">
    <p:spTree>
      <p:nvGrpSpPr>
        <p:cNvPr id="1" name=""/>
        <p:cNvGrpSpPr/>
        <p:nvPr/>
      </p:nvGrpSpPr>
      <p:grpSpPr>
        <a:xfrm>
          <a:off x="0" y="0"/>
          <a:ext cx="0" cy="0"/>
          <a:chOff x="0" y="0"/>
          <a:chExt cx="0" cy="0"/>
        </a:xfrm>
      </p:grpSpPr>
      <p:sp>
        <p:nvSpPr>
          <p:cNvPr id="17" name="Bildplatzhalter 6"/>
          <p:cNvSpPr>
            <a:spLocks noGrp="1"/>
          </p:cNvSpPr>
          <p:nvPr>
            <p:ph type="pic" sz="quarter" idx="14" hasCustomPrompt="1"/>
          </p:nvPr>
        </p:nvSpPr>
        <p:spPr>
          <a:xfrm>
            <a:off x="359998" y="884237"/>
            <a:ext cx="3715113" cy="2089547"/>
          </a:xfrm>
          <a:prstGeom prst="rect">
            <a:avLst/>
          </a:prstGeom>
          <a:pattFill prst="wdDnDiag">
            <a:fgClr>
              <a:schemeClr val="bg2"/>
            </a:fgClr>
            <a:bgClr>
              <a:schemeClr val="bg1"/>
            </a:bgClr>
          </a:pattFill>
        </p:spPr>
        <p:txBody>
          <a:bodyPr tIns="252000" anchor="t" anchorCtr="0"/>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2" name="Inhaltsplatzhalter 10"/>
          <p:cNvSpPr>
            <a:spLocks noGrp="1"/>
          </p:cNvSpPr>
          <p:nvPr>
            <p:ph sz="quarter" idx="13"/>
          </p:nvPr>
        </p:nvSpPr>
        <p:spPr>
          <a:xfrm>
            <a:off x="359999" y="3135784"/>
            <a:ext cx="3715113"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1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Inhaltsplatzhalter 10"/>
          <p:cNvSpPr>
            <a:spLocks noGrp="1"/>
          </p:cNvSpPr>
          <p:nvPr>
            <p:ph sz="quarter" idx="15"/>
          </p:nvPr>
        </p:nvSpPr>
        <p:spPr>
          <a:xfrm>
            <a:off x="4237039" y="3135784"/>
            <a:ext cx="3716336"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2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8115302" y="3135784"/>
            <a:ext cx="3713524"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8" name="Bildplatzhalter 6"/>
          <p:cNvSpPr>
            <a:spLocks noGrp="1"/>
          </p:cNvSpPr>
          <p:nvPr>
            <p:ph type="pic" sz="quarter" idx="17" hasCustomPrompt="1"/>
          </p:nvPr>
        </p:nvSpPr>
        <p:spPr>
          <a:xfrm>
            <a:off x="4237039" y="884238"/>
            <a:ext cx="3716336" cy="2089547"/>
          </a:xfrm>
          <a:prstGeom prst="rect">
            <a:avLst/>
          </a:prstGeom>
          <a:pattFill prst="wdDnDiag">
            <a:fgClr>
              <a:schemeClr val="bg2"/>
            </a:fgClr>
            <a:bgClr>
              <a:schemeClr val="bg1"/>
            </a:bgClr>
          </a:pattFill>
        </p:spPr>
        <p:txBody>
          <a:bodyPr tIns="252000" anchor="t" anchorCtr="0"/>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22" name="Bildplatzhalter 6"/>
          <p:cNvSpPr>
            <a:spLocks noGrp="1"/>
          </p:cNvSpPr>
          <p:nvPr>
            <p:ph type="pic" sz="quarter" idx="18" hasCustomPrompt="1"/>
          </p:nvPr>
        </p:nvSpPr>
        <p:spPr>
          <a:xfrm>
            <a:off x="8113713" y="884238"/>
            <a:ext cx="3715113" cy="2089547"/>
          </a:xfrm>
          <a:prstGeom prst="rect">
            <a:avLst/>
          </a:prstGeom>
          <a:pattFill prst="wdDnDiag">
            <a:fgClr>
              <a:schemeClr val="bg2"/>
            </a:fgClr>
            <a:bgClr>
              <a:schemeClr val="bg1"/>
            </a:bgClr>
          </a:pattFill>
        </p:spPr>
        <p:txBody>
          <a:bodyPr tIns="252000" anchor="t" anchorCtr="0"/>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4"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7254DD2F-C964-46B0-B7CA-DD8525BA8F9D}" type="datetime1">
              <a:rPr lang="de-DE" smtClean="0"/>
              <a:t>21.08.2026</a:t>
            </a:fld>
            <a:endParaRPr lang="de-DE" dirty="0"/>
          </a:p>
        </p:txBody>
      </p:sp>
      <p:sp>
        <p:nvSpPr>
          <p:cNvPr id="21"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3835314047"/>
      </p:ext>
    </p:extLst>
  </p:cSld>
  <p:clrMapOvr>
    <a:masterClrMapping/>
  </p:clrMapOvr>
  <p:extLst>
    <p:ext uri="{DCECCB84-F9BA-43D5-87BE-67443E8EF086}">
      <p15:sldGuideLst xmlns:p15="http://schemas.microsoft.com/office/powerpoint/2012/main">
        <p15:guide id="1" pos="2567">
          <p15:clr>
            <a:srgbClr val="FBAE40"/>
          </p15:clr>
        </p15:guide>
        <p15:guide id="2" pos="2669">
          <p15:clr>
            <a:srgbClr val="FBAE40"/>
          </p15:clr>
        </p15:guide>
        <p15:guide id="3" pos="5010">
          <p15:clr>
            <a:srgbClr val="FBAE40"/>
          </p15:clr>
        </p15:guide>
        <p15:guide id="4" pos="511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rei Inhalte nebeneinander mit Konsequenz">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k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7"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20" name="Inhaltsplatzhalter 10"/>
          <p:cNvSpPr>
            <a:spLocks noGrp="1"/>
          </p:cNvSpPr>
          <p:nvPr>
            <p:ph sz="quarter" idx="13"/>
          </p:nvPr>
        </p:nvSpPr>
        <p:spPr>
          <a:xfrm>
            <a:off x="359999" y="889472"/>
            <a:ext cx="3715113" cy="4298478"/>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2" name="Inhaltsplatzhalter 10"/>
          <p:cNvSpPr>
            <a:spLocks noGrp="1"/>
          </p:cNvSpPr>
          <p:nvPr>
            <p:ph sz="quarter" idx="15"/>
          </p:nvPr>
        </p:nvSpPr>
        <p:spPr>
          <a:xfrm>
            <a:off x="4237039" y="889472"/>
            <a:ext cx="3716336" cy="4298478"/>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3" name="Inhaltsplatzhalter 10"/>
          <p:cNvSpPr>
            <a:spLocks noGrp="1"/>
          </p:cNvSpPr>
          <p:nvPr>
            <p:ph sz="quarter" idx="16"/>
          </p:nvPr>
        </p:nvSpPr>
        <p:spPr>
          <a:xfrm>
            <a:off x="8115302" y="889472"/>
            <a:ext cx="3713524" cy="4298478"/>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4"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264B7A10-84AF-43E0-9716-94F16B244115}" type="datetime1">
              <a:rPr lang="de-DE" smtClean="0"/>
              <a:t>21.08.2026</a:t>
            </a:fld>
            <a:endParaRPr lang="de-DE" dirty="0"/>
          </a:p>
        </p:txBody>
      </p:sp>
      <p:sp>
        <p:nvSpPr>
          <p:cNvPr id="15"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grpSp>
        <p:nvGrpSpPr>
          <p:cNvPr id="5" name="Gruppieren 4">
            <a:extLst>
              <a:ext uri="{FF2B5EF4-FFF2-40B4-BE49-F238E27FC236}">
                <a16:creationId xmlns:a16="http://schemas.microsoft.com/office/drawing/2014/main" id="{A53D148A-1113-1F1A-DC40-AF3004200D7D}"/>
              </a:ext>
            </a:extLst>
          </p:cNvPr>
          <p:cNvGrpSpPr/>
          <p:nvPr userDrawn="1"/>
        </p:nvGrpSpPr>
        <p:grpSpPr>
          <a:xfrm>
            <a:off x="354012" y="5502256"/>
            <a:ext cx="11488927" cy="996200"/>
            <a:chOff x="354012" y="5502256"/>
            <a:chExt cx="11488927" cy="996200"/>
          </a:xfrm>
        </p:grpSpPr>
        <p:sp>
          <p:nvSpPr>
            <p:cNvPr id="6" name="Freihandform: Form 5">
              <a:extLst>
                <a:ext uri="{FF2B5EF4-FFF2-40B4-BE49-F238E27FC236}">
                  <a16:creationId xmlns:a16="http://schemas.microsoft.com/office/drawing/2014/main" id="{6B18520B-1FEA-850A-DFD3-0C9250263626}"/>
                </a:ext>
              </a:extLst>
            </p:cNvPr>
            <p:cNvSpPr/>
            <p:nvPr/>
          </p:nvSpPr>
          <p:spPr>
            <a:xfrm>
              <a:off x="354645" y="5587394"/>
              <a:ext cx="297605" cy="829723"/>
            </a:xfrm>
            <a:custGeom>
              <a:avLst/>
              <a:gdLst>
                <a:gd name="csX0" fmla="*/ 0 w 297605"/>
                <a:gd name="csY0" fmla="*/ 0 h 829723"/>
                <a:gd name="csX1" fmla="*/ 297606 w 297605"/>
                <a:gd name="csY1" fmla="*/ 416192 h 829723"/>
                <a:gd name="csX2" fmla="*/ 1140 w 297605"/>
                <a:gd name="csY2" fmla="*/ 829724 h 829723"/>
                <a:gd name="csX3" fmla="*/ 0 w 297605"/>
                <a:gd name="csY3" fmla="*/ 0 h 829723"/>
              </a:gdLst>
              <a:ahLst/>
              <a:cxnLst>
                <a:cxn ang="0">
                  <a:pos x="csX0" y="csY0"/>
                </a:cxn>
                <a:cxn ang="0">
                  <a:pos x="csX1" y="csY1"/>
                </a:cxn>
                <a:cxn ang="0">
                  <a:pos x="csX2" y="csY2"/>
                </a:cxn>
                <a:cxn ang="0">
                  <a:pos x="csX3" y="csY3"/>
                </a:cxn>
              </a:cxnLst>
              <a:rect l="l" t="t" r="r" b="b"/>
              <a:pathLst>
                <a:path w="297605" h="829723">
                  <a:moveTo>
                    <a:pt x="0" y="0"/>
                  </a:moveTo>
                  <a:lnTo>
                    <a:pt x="297606" y="416192"/>
                  </a:lnTo>
                  <a:lnTo>
                    <a:pt x="1140" y="829724"/>
                  </a:lnTo>
                  <a:lnTo>
                    <a:pt x="0" y="0"/>
                  </a:lnTo>
                  <a:close/>
                </a:path>
              </a:pathLst>
            </a:custGeom>
            <a:solidFill>
              <a:srgbClr val="ADC22D"/>
            </a:solidFill>
            <a:ln w="12665" cap="flat">
              <a:noFill/>
              <a:prstDash val="solid"/>
              <a:miter/>
            </a:ln>
          </p:spPr>
        </p:sp>
        <p:sp>
          <p:nvSpPr>
            <p:cNvPr id="7" name="Freihandform: Form 6">
              <a:extLst>
                <a:ext uri="{FF2B5EF4-FFF2-40B4-BE49-F238E27FC236}">
                  <a16:creationId xmlns:a16="http://schemas.microsoft.com/office/drawing/2014/main" id="{2A478497-385C-2FA8-C866-7FAF1D5968E9}"/>
                </a:ext>
              </a:extLst>
            </p:cNvPr>
            <p:cNvSpPr/>
            <p:nvPr/>
          </p:nvSpPr>
          <p:spPr>
            <a:xfrm>
              <a:off x="354012" y="5502256"/>
              <a:ext cx="11488927" cy="996200"/>
            </a:xfrm>
            <a:custGeom>
              <a:avLst/>
              <a:gdLst>
                <a:gd name="csX0" fmla="*/ 11488928 w 11488927"/>
                <a:gd name="csY0" fmla="*/ 0 h 996200"/>
                <a:gd name="csX1" fmla="*/ 0 w 11488927"/>
                <a:gd name="csY1" fmla="*/ 0 h 996200"/>
                <a:gd name="csX2" fmla="*/ 253 w 11488927"/>
                <a:gd name="csY2" fmla="*/ 380 h 996200"/>
                <a:gd name="csX3" fmla="*/ 357532 w 11488927"/>
                <a:gd name="csY3" fmla="*/ 501331 h 996200"/>
                <a:gd name="csX4" fmla="*/ 3421 w 11488927"/>
                <a:gd name="csY4" fmla="*/ 996200 h 996200"/>
                <a:gd name="csX5" fmla="*/ 11488928 w 11488927"/>
                <a:gd name="csY5" fmla="*/ 996200 h 996200"/>
                <a:gd name="csX6" fmla="*/ 11488928 w 11488927"/>
                <a:gd name="csY6" fmla="*/ 0 h 9962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488927" h="996200">
                  <a:moveTo>
                    <a:pt x="11488928" y="0"/>
                  </a:moveTo>
                  <a:lnTo>
                    <a:pt x="0" y="0"/>
                  </a:lnTo>
                  <a:lnTo>
                    <a:pt x="253" y="380"/>
                  </a:lnTo>
                  <a:lnTo>
                    <a:pt x="357532" y="501331"/>
                  </a:lnTo>
                  <a:lnTo>
                    <a:pt x="3421" y="996200"/>
                  </a:lnTo>
                  <a:lnTo>
                    <a:pt x="11488928" y="996200"/>
                  </a:lnTo>
                  <a:lnTo>
                    <a:pt x="11488928" y="0"/>
                  </a:lnTo>
                  <a:close/>
                </a:path>
              </a:pathLst>
            </a:custGeom>
            <a:solidFill>
              <a:schemeClr val="bg1">
                <a:alpha val="60000"/>
              </a:schemeClr>
            </a:solidFill>
            <a:ln w="12665" cap="flat">
              <a:noFill/>
              <a:prstDash val="solid"/>
              <a:miter/>
            </a:ln>
          </p:spPr>
        </p:sp>
      </p:grpSp>
      <p:sp>
        <p:nvSpPr>
          <p:cNvPr id="3" name="Textplatzhalter 4">
            <a:extLst>
              <a:ext uri="{FF2B5EF4-FFF2-40B4-BE49-F238E27FC236}">
                <a16:creationId xmlns:a16="http://schemas.microsoft.com/office/drawing/2014/main" id="{0631FE05-F4D2-894A-494D-D9B47CA9331B}"/>
              </a:ext>
            </a:extLst>
          </p:cNvPr>
          <p:cNvSpPr>
            <a:spLocks noGrp="1"/>
          </p:cNvSpPr>
          <p:nvPr>
            <p:ph type="body" sz="quarter" idx="14" hasCustomPrompt="1"/>
          </p:nvPr>
        </p:nvSpPr>
        <p:spPr>
          <a:xfrm>
            <a:off x="1055440" y="5875701"/>
            <a:ext cx="8640762" cy="249309"/>
          </a:xfrm>
        </p:spPr>
        <p:txBody>
          <a:bodyPr/>
          <a:lstStyle>
            <a:lvl1pPr>
              <a:buNone/>
              <a:defRPr sz="1600" b="0"/>
            </a:lvl1pPr>
          </a:lstStyle>
          <a:p>
            <a:pPr lvl="0"/>
            <a:r>
              <a:rPr lang="de-DE" sz="1800" dirty="0">
                <a:solidFill>
                  <a:schemeClr val="bg1"/>
                </a:solidFill>
              </a:rPr>
              <a:t>Fazit/Konsequenz durch Klicken bearbeiten</a:t>
            </a:r>
          </a:p>
        </p:txBody>
      </p:sp>
    </p:spTree>
    <p:extLst>
      <p:ext uri="{BB962C8B-B14F-4D97-AF65-F5344CB8AC3E}">
        <p14:creationId xmlns:p14="http://schemas.microsoft.com/office/powerpoint/2010/main" val="2514270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tmplLst>
          <p:tmpl lvl="1">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extLst>
    <p:ext uri="{DCECCB84-F9BA-43D5-87BE-67443E8EF086}">
      <p15:sldGuideLst xmlns:p15="http://schemas.microsoft.com/office/powerpoint/2012/main">
        <p15:guide id="1" pos="3840">
          <p15:clr>
            <a:srgbClr val="FBAE40"/>
          </p15:clr>
        </p15:guide>
        <p15:guide id="2" pos="2570">
          <p15:clr>
            <a:srgbClr val="FBAE40"/>
          </p15:clr>
        </p15:guide>
        <p15:guide id="3" pos="2667">
          <p15:clr>
            <a:srgbClr val="FBAE40"/>
          </p15:clr>
        </p15:guide>
        <p15:guide id="4" pos="5010">
          <p15:clr>
            <a:srgbClr val="FBAE40"/>
          </p15:clr>
        </p15:guide>
        <p15:guide id="5" pos="5111">
          <p15:clr>
            <a:srgbClr val="FBAE40"/>
          </p15:clr>
        </p15:guide>
        <p15:guide id="6" orient="horz" pos="327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Drittel, ein Drittel">
    <p:spTree>
      <p:nvGrpSpPr>
        <p:cNvPr id="1" name=""/>
        <p:cNvGrpSpPr/>
        <p:nvPr/>
      </p:nvGrpSpPr>
      <p:grpSpPr>
        <a:xfrm>
          <a:off x="0" y="0"/>
          <a:ext cx="0" cy="0"/>
          <a:chOff x="0" y="0"/>
          <a:chExt cx="0" cy="0"/>
        </a:xfrm>
      </p:grpSpPr>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8"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C26A35B3-682D-42EE-AF3F-A587F68C2B40}" type="datetime1">
              <a:rPr lang="de-DE" smtClean="0"/>
              <a:t>21.08.2026</a:t>
            </a:fld>
            <a:endParaRPr lang="de-DE" dirty="0"/>
          </a:p>
        </p:txBody>
      </p:sp>
      <p:sp>
        <p:nvSpPr>
          <p:cNvPr id="9"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10" name="Inhaltsplatzhalter 10"/>
          <p:cNvSpPr>
            <a:spLocks noGrp="1"/>
          </p:cNvSpPr>
          <p:nvPr>
            <p:ph sz="quarter" idx="16"/>
          </p:nvPr>
        </p:nvSpPr>
        <p:spPr>
          <a:xfrm>
            <a:off x="8115302" y="889471"/>
            <a:ext cx="3713524" cy="5603403"/>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Inhaltsplatzhalter 10"/>
          <p:cNvSpPr>
            <a:spLocks noGrp="1"/>
          </p:cNvSpPr>
          <p:nvPr>
            <p:ph sz="quarter" idx="13"/>
          </p:nvPr>
        </p:nvSpPr>
        <p:spPr>
          <a:xfrm>
            <a:off x="359999" y="889471"/>
            <a:ext cx="7593376" cy="5603403"/>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471104829"/>
      </p:ext>
    </p:extLst>
  </p:cSld>
  <p:clrMapOvr>
    <a:masterClrMapping/>
  </p:clrMapOvr>
  <p:extLst>
    <p:ext uri="{DCECCB84-F9BA-43D5-87BE-67443E8EF086}">
      <p15:sldGuideLst xmlns:p15="http://schemas.microsoft.com/office/powerpoint/2012/main">
        <p15:guide id="1" pos="2567">
          <p15:clr>
            <a:srgbClr val="FBAE40"/>
          </p15:clr>
        </p15:guide>
        <p15:guide id="2" pos="2669">
          <p15:clr>
            <a:srgbClr val="FBAE40"/>
          </p15:clr>
        </p15:guide>
        <p15:guide id="3" pos="5010">
          <p15:clr>
            <a:srgbClr val="FBAE40"/>
          </p15:clr>
        </p15:guide>
        <p15:guide id="4" pos="511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in Drittel, zwei Drittel">
    <p:spTree>
      <p:nvGrpSpPr>
        <p:cNvPr id="1" name=""/>
        <p:cNvGrpSpPr/>
        <p:nvPr/>
      </p:nvGrpSpPr>
      <p:grpSpPr>
        <a:xfrm>
          <a:off x="0" y="0"/>
          <a:ext cx="0" cy="0"/>
          <a:chOff x="0" y="0"/>
          <a:chExt cx="0" cy="0"/>
        </a:xfrm>
      </p:grpSpPr>
      <p:sp>
        <p:nvSpPr>
          <p:cNvPr id="15" name="Inhaltsplatzhalter 10"/>
          <p:cNvSpPr>
            <a:spLocks noGrp="1"/>
          </p:cNvSpPr>
          <p:nvPr>
            <p:ph sz="quarter" idx="16"/>
          </p:nvPr>
        </p:nvSpPr>
        <p:spPr>
          <a:xfrm>
            <a:off x="4237039" y="884238"/>
            <a:ext cx="7594654" cy="5613761"/>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8"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3A572109-2A21-4A24-87CE-A5A4BDDE52B8}" type="datetime1">
              <a:rPr lang="de-DE" smtClean="0"/>
              <a:t>21.08.2026</a:t>
            </a:fld>
            <a:endParaRPr lang="de-DE" dirty="0"/>
          </a:p>
        </p:txBody>
      </p:sp>
      <p:sp>
        <p:nvSpPr>
          <p:cNvPr id="9"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10" name="Inhaltsplatzhalter 10"/>
          <p:cNvSpPr>
            <a:spLocks noGrp="1"/>
          </p:cNvSpPr>
          <p:nvPr>
            <p:ph sz="quarter" idx="13"/>
          </p:nvPr>
        </p:nvSpPr>
        <p:spPr>
          <a:xfrm>
            <a:off x="359999" y="889471"/>
            <a:ext cx="3715113" cy="5608527"/>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2836194990"/>
      </p:ext>
    </p:extLst>
  </p:cSld>
  <p:clrMapOvr>
    <a:masterClrMapping/>
  </p:clrMapOvr>
  <p:extLst>
    <p:ext uri="{DCECCB84-F9BA-43D5-87BE-67443E8EF086}">
      <p15:sldGuideLst xmlns:p15="http://schemas.microsoft.com/office/powerpoint/2012/main">
        <p15:guide id="1" pos="2567">
          <p15:clr>
            <a:srgbClr val="FBAE40"/>
          </p15:clr>
        </p15:guide>
        <p15:guide id="2" pos="2669">
          <p15:clr>
            <a:srgbClr val="FBAE40"/>
          </p15:clr>
        </p15:guide>
        <p15:guide id="3" pos="5009">
          <p15:clr>
            <a:srgbClr val="FBAE40"/>
          </p15:clr>
        </p15:guide>
        <p15:guide id="4" pos="511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ier Inhalte">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59999" y="884239"/>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1" name="Inhaltsplatzhalter 10"/>
          <p:cNvSpPr>
            <a:spLocks noGrp="1"/>
          </p:cNvSpPr>
          <p:nvPr>
            <p:ph sz="quarter" idx="14"/>
          </p:nvPr>
        </p:nvSpPr>
        <p:spPr>
          <a:xfrm>
            <a:off x="359999" y="3770313"/>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9" name="Inhaltsplatzhalter 10"/>
          <p:cNvSpPr>
            <a:spLocks noGrp="1"/>
          </p:cNvSpPr>
          <p:nvPr>
            <p:ph sz="quarter" idx="15"/>
          </p:nvPr>
        </p:nvSpPr>
        <p:spPr>
          <a:xfrm>
            <a:off x="6180502" y="884239"/>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0" name="Inhaltsplatzhalter 10"/>
          <p:cNvSpPr>
            <a:spLocks noGrp="1"/>
          </p:cNvSpPr>
          <p:nvPr>
            <p:ph sz="quarter" idx="16"/>
          </p:nvPr>
        </p:nvSpPr>
        <p:spPr>
          <a:xfrm>
            <a:off x="6180138" y="3770313"/>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80470AD3-FE01-42DC-A791-4EEA3EEF7B47}" type="datetime1">
              <a:rPr lang="de-DE" smtClean="0"/>
              <a:t>21.08.2026</a:t>
            </a:fld>
            <a:endParaRPr lang="de-DE" dirty="0"/>
          </a:p>
        </p:txBody>
      </p:sp>
      <p:sp>
        <p:nvSpPr>
          <p:cNvPr id="14"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3176734374"/>
      </p:ext>
    </p:extLst>
  </p:cSld>
  <p:clrMapOvr>
    <a:masterClrMapping/>
  </p:clrMapOvr>
  <p:extLst>
    <p:ext uri="{DCECCB84-F9BA-43D5-87BE-67443E8EF086}">
      <p15:sldGuideLst xmlns:p15="http://schemas.microsoft.com/office/powerpoint/2012/main">
        <p15:guide id="7" orient="horz" pos="2273">
          <p15:clr>
            <a:srgbClr val="FBAE40"/>
          </p15:clr>
        </p15:guide>
        <p15:guide id="8" orient="horz" pos="2375">
          <p15:clr>
            <a:srgbClr val="FBAE40"/>
          </p15:clr>
        </p15:guide>
        <p15:guide id="9" pos="3840">
          <p15:clr>
            <a:srgbClr val="FBAE40"/>
          </p15:clr>
        </p15:guide>
        <p15:guide id="10" pos="3788">
          <p15:clr>
            <a:srgbClr val="FBAE40"/>
          </p15:clr>
        </p15:guide>
        <p15:guide id="11" pos="3893">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fik groß">
    <p:spTree>
      <p:nvGrpSpPr>
        <p:cNvPr id="1" name=""/>
        <p:cNvGrpSpPr/>
        <p:nvPr/>
      </p:nvGrpSpPr>
      <p:grpSpPr>
        <a:xfrm>
          <a:off x="0" y="0"/>
          <a:ext cx="0" cy="0"/>
          <a:chOff x="0" y="0"/>
          <a:chExt cx="0" cy="0"/>
        </a:xfrm>
      </p:grpSpPr>
      <p:sp>
        <p:nvSpPr>
          <p:cNvPr id="9" name="Inhaltsplatzhalter 8"/>
          <p:cNvSpPr>
            <a:spLocks noGrp="1"/>
          </p:cNvSpPr>
          <p:nvPr>
            <p:ph sz="quarter" idx="15" hasCustomPrompt="1"/>
          </p:nvPr>
        </p:nvSpPr>
        <p:spPr>
          <a:xfrm>
            <a:off x="344139" y="884238"/>
            <a:ext cx="11506201" cy="5613761"/>
          </a:xfrm>
          <a:prstGeom prst="rect">
            <a:avLst/>
          </a:prstGeom>
          <a:pattFill prst="wdUpDiag">
            <a:fgClr>
              <a:schemeClr val="tx2"/>
            </a:fgClr>
            <a:bgClr>
              <a:schemeClr val="bg1"/>
            </a:bgClr>
          </a:pattFill>
        </p:spPr>
        <p:txBody>
          <a:bodyPr>
            <a:normAutofit/>
          </a:bodyPr>
          <a:lstStyle>
            <a:lvl1pPr marL="0" indent="0">
              <a:buNone/>
              <a:defRPr sz="1600"/>
            </a:lvl1pPr>
          </a:lstStyle>
          <a:p>
            <a:pPr lvl="0"/>
            <a:r>
              <a:rPr lang="de-DE" dirty="0"/>
              <a:t> </a:t>
            </a:r>
          </a:p>
        </p:txBody>
      </p:sp>
      <p:sp>
        <p:nvSpPr>
          <p:cNvPr id="4"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A84B0B5D-D158-43ED-9A9B-2FE23805F526}" type="datetime1">
              <a:rPr lang="de-DE" smtClean="0"/>
              <a:t>21.08.2026</a:t>
            </a:fld>
            <a:endParaRPr lang="de-DE" dirty="0"/>
          </a:p>
        </p:txBody>
      </p:sp>
      <p:sp>
        <p:nvSpPr>
          <p:cNvPr id="5"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6"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7"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Tree>
    <p:extLst>
      <p:ext uri="{BB962C8B-B14F-4D97-AF65-F5344CB8AC3E}">
        <p14:creationId xmlns:p14="http://schemas.microsoft.com/office/powerpoint/2010/main" val="3959977151"/>
      </p:ext>
    </p:extLst>
  </p:cSld>
  <p:clrMapOvr>
    <a:masterClrMapping/>
  </p:clrMapOvr>
  <p:extLst>
    <p:ext uri="{DCECCB84-F9BA-43D5-87BE-67443E8EF086}">
      <p15:sldGuideLst xmlns:p15="http://schemas.microsoft.com/office/powerpoint/2012/main">
        <p15:guide id="1" orient="horz" pos="3816">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14"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6" name="Rectangle 3"/>
          <p:cNvSpPr>
            <a:spLocks noGrp="1"/>
          </p:cNvSpPr>
          <p:nvPr>
            <p:ph type="dt" sz="half" idx="2"/>
          </p:nvPr>
        </p:nvSpPr>
        <p:spPr>
          <a:xfrm>
            <a:off x="360363" y="6584851"/>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C7CC40C2-B1A6-4F58-9BD7-8FCCEEC55E4C}" type="datetime1">
              <a:rPr lang="de-DE" smtClean="0"/>
              <a:t>21.08.2026</a:t>
            </a:fld>
            <a:endParaRPr lang="de-DE" dirty="0"/>
          </a:p>
        </p:txBody>
      </p:sp>
      <p:sp>
        <p:nvSpPr>
          <p:cNvPr id="5"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6"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Tree>
    <p:extLst>
      <p:ext uri="{BB962C8B-B14F-4D97-AF65-F5344CB8AC3E}">
        <p14:creationId xmlns:p14="http://schemas.microsoft.com/office/powerpoint/2010/main" val="12735298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ohne Titel">
    <p:spTree>
      <p:nvGrpSpPr>
        <p:cNvPr id="1" name=""/>
        <p:cNvGrpSpPr/>
        <p:nvPr/>
      </p:nvGrpSpPr>
      <p:grpSpPr>
        <a:xfrm>
          <a:off x="0" y="0"/>
          <a:ext cx="0" cy="0"/>
          <a:chOff x="0" y="0"/>
          <a:chExt cx="0" cy="0"/>
        </a:xfrm>
      </p:grpSpPr>
      <p:sp>
        <p:nvSpPr>
          <p:cNvPr id="12"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3"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4" name="Rectangle 3"/>
          <p:cNvSpPr>
            <a:spLocks noGrp="1"/>
          </p:cNvSpPr>
          <p:nvPr>
            <p:ph type="dt" sz="half" idx="2"/>
          </p:nvPr>
        </p:nvSpPr>
        <p:spPr>
          <a:xfrm>
            <a:off x="360363" y="6584851"/>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B33027A7-229B-429C-AAC4-4CCDEBDE1452}" type="datetime1">
              <a:rPr lang="de-DE" smtClean="0"/>
              <a:t>21.08.2026</a:t>
            </a:fld>
            <a:endParaRPr lang="de-DE" dirty="0"/>
          </a:p>
        </p:txBody>
      </p:sp>
    </p:spTree>
    <p:extLst>
      <p:ext uri="{BB962C8B-B14F-4D97-AF65-F5344CB8AC3E}">
        <p14:creationId xmlns:p14="http://schemas.microsoft.com/office/powerpoint/2010/main" val="34883921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rojektrefernz_1">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3437B1-A116-B2F9-227A-6D36643F52CB}"/>
              </a:ext>
            </a:extLst>
          </p:cNvPr>
          <p:cNvSpPr>
            <a:spLocks noGrp="1"/>
          </p:cNvSpPr>
          <p:nvPr>
            <p:ph type="title" hasCustomPrompt="1"/>
          </p:nvPr>
        </p:nvSpPr>
        <p:spPr/>
        <p:txBody>
          <a:bodyPr/>
          <a:lstStyle>
            <a:lvl1pPr>
              <a:defRPr/>
            </a:lvl1pPr>
          </a:lstStyle>
          <a:p>
            <a:r>
              <a:rPr lang="de-DE" dirty="0"/>
              <a:t>Name Projektreferenz</a:t>
            </a:r>
          </a:p>
        </p:txBody>
      </p:sp>
      <p:sp>
        <p:nvSpPr>
          <p:cNvPr id="3" name="Fußzeilenplatzhalter 2">
            <a:extLst>
              <a:ext uri="{FF2B5EF4-FFF2-40B4-BE49-F238E27FC236}">
                <a16:creationId xmlns:a16="http://schemas.microsoft.com/office/drawing/2014/main" id="{E29C4617-F2BD-D559-7124-766A7367A230}"/>
              </a:ext>
            </a:extLst>
          </p:cNvPr>
          <p:cNvSpPr>
            <a:spLocks noGrp="1"/>
          </p:cNvSpPr>
          <p:nvPr>
            <p:ph type="ftr" sz="quarter" idx="10"/>
          </p:nvPr>
        </p:nvSpPr>
        <p:spPr/>
        <p:txBody>
          <a:bodyPr/>
          <a:lstStyle/>
          <a:p>
            <a:r>
              <a:rPr lang="de-DE"/>
              <a:t>Unternehmensmaster Smart Mechatronics</a:t>
            </a:r>
            <a:endParaRPr lang="de-DE" dirty="0"/>
          </a:p>
        </p:txBody>
      </p:sp>
      <p:sp>
        <p:nvSpPr>
          <p:cNvPr id="4" name="Datumsplatzhalter 3">
            <a:extLst>
              <a:ext uri="{FF2B5EF4-FFF2-40B4-BE49-F238E27FC236}">
                <a16:creationId xmlns:a16="http://schemas.microsoft.com/office/drawing/2014/main" id="{2EFCF956-539A-D178-B927-FCDFD1297609}"/>
              </a:ext>
            </a:extLst>
          </p:cNvPr>
          <p:cNvSpPr>
            <a:spLocks noGrp="1"/>
          </p:cNvSpPr>
          <p:nvPr>
            <p:ph type="dt" sz="half" idx="11"/>
          </p:nvPr>
        </p:nvSpPr>
        <p:spPr/>
        <p:txBody>
          <a:bodyPr/>
          <a:lstStyle/>
          <a:p>
            <a:fld id="{148A0647-3573-420B-885F-9503749F33FD}" type="datetime1">
              <a:rPr lang="de-DE" smtClean="0"/>
              <a:t>21.08.2026</a:t>
            </a:fld>
            <a:endParaRPr lang="de-DE" dirty="0"/>
          </a:p>
        </p:txBody>
      </p:sp>
      <p:sp>
        <p:nvSpPr>
          <p:cNvPr id="5" name="Rechteck 4">
            <a:extLst>
              <a:ext uri="{FF2B5EF4-FFF2-40B4-BE49-F238E27FC236}">
                <a16:creationId xmlns:a16="http://schemas.microsoft.com/office/drawing/2014/main" id="{62BB121B-3EBD-1702-A7A0-4DF4FD351BAD}"/>
              </a:ext>
            </a:extLst>
          </p:cNvPr>
          <p:cNvSpPr/>
          <p:nvPr userDrawn="1"/>
        </p:nvSpPr>
        <p:spPr>
          <a:xfrm>
            <a:off x="1375683" y="5517759"/>
            <a:ext cx="6577692" cy="1005723"/>
          </a:xfrm>
          <a:prstGeom prst="rect">
            <a:avLst/>
          </a:prstGeom>
          <a:solidFill>
            <a:schemeClr val="bg1"/>
          </a:solidFill>
          <a:ln w="19050">
            <a:solidFill>
              <a:srgbClr val="283F64"/>
            </a:solidFill>
          </a:ln>
        </p:spPr>
        <p:txBody>
          <a:bodyPr wrap="square" lIns="0" anchor="ctr">
            <a:noAutofit/>
          </a:bodyPr>
          <a:lstStyle/>
          <a:p>
            <a:pPr marL="715963" marR="0" lvl="0" indent="3175" algn="l" defTabSz="914400" rtl="0" eaLnBrk="1" fontAlgn="base" latinLnBrk="0" hangingPunct="1">
              <a:lnSpc>
                <a:spcPct val="110000"/>
              </a:lnSpc>
              <a:spcBef>
                <a:spcPts val="200"/>
              </a:spcBef>
              <a:spcAft>
                <a:spcPts val="100"/>
              </a:spcAft>
              <a:buClr>
                <a:prstClr val="white"/>
              </a:buClr>
              <a:buSzTx/>
              <a:buFontTx/>
              <a:buNone/>
              <a:tabLst/>
              <a:defRPr/>
            </a:pP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6" name="Pfeil nach rechts 3">
            <a:extLst>
              <a:ext uri="{FF2B5EF4-FFF2-40B4-BE49-F238E27FC236}">
                <a16:creationId xmlns:a16="http://schemas.microsoft.com/office/drawing/2014/main" id="{3FC38A81-E916-3577-1B80-DB34A8CE29DF}"/>
              </a:ext>
            </a:extLst>
          </p:cNvPr>
          <p:cNvSpPr/>
          <p:nvPr userDrawn="1"/>
        </p:nvSpPr>
        <p:spPr>
          <a:xfrm>
            <a:off x="344034" y="5517759"/>
            <a:ext cx="1518419" cy="1005723"/>
          </a:xfrm>
          <a:prstGeom prst="rightArrow">
            <a:avLst>
              <a:gd name="adj1" fmla="val 100000"/>
              <a:gd name="adj2" fmla="val 28856"/>
            </a:avLst>
          </a:prstGeom>
          <a:solidFill>
            <a:srgbClr val="ADC22D"/>
          </a:solidFill>
          <a:ln w="38100">
            <a:solidFill>
              <a:srgbClr val="283F6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white"/>
              </a:solidFill>
              <a:effectLst/>
              <a:uLnTx/>
              <a:uFillTx/>
              <a:latin typeface="Arial"/>
              <a:cs typeface="Arial"/>
            </a:endParaRPr>
          </a:p>
        </p:txBody>
      </p:sp>
      <p:sp>
        <p:nvSpPr>
          <p:cNvPr id="7" name="Rechteck 6">
            <a:extLst>
              <a:ext uri="{FF2B5EF4-FFF2-40B4-BE49-F238E27FC236}">
                <a16:creationId xmlns:a16="http://schemas.microsoft.com/office/drawing/2014/main" id="{6BECE80D-9798-E528-5769-E1B80B81D962}"/>
              </a:ext>
            </a:extLst>
          </p:cNvPr>
          <p:cNvSpPr/>
          <p:nvPr userDrawn="1"/>
        </p:nvSpPr>
        <p:spPr>
          <a:xfrm>
            <a:off x="8113714" y="3164620"/>
            <a:ext cx="3724274" cy="1000125"/>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Projektdauer</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8" name="Rechteck 7">
            <a:extLst>
              <a:ext uri="{FF2B5EF4-FFF2-40B4-BE49-F238E27FC236}">
                <a16:creationId xmlns:a16="http://schemas.microsoft.com/office/drawing/2014/main" id="{C4997876-2F05-1383-7BEE-6DFDCD8FC30D}"/>
              </a:ext>
            </a:extLst>
          </p:cNvPr>
          <p:cNvSpPr/>
          <p:nvPr userDrawn="1"/>
        </p:nvSpPr>
        <p:spPr>
          <a:xfrm>
            <a:off x="8129519" y="4310808"/>
            <a:ext cx="3724274" cy="1008063"/>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Smart Projektteam</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9" name="Rechteck 8">
            <a:extLst>
              <a:ext uri="{FF2B5EF4-FFF2-40B4-BE49-F238E27FC236}">
                <a16:creationId xmlns:a16="http://schemas.microsoft.com/office/drawing/2014/main" id="{D26A8721-66F9-1AF7-860C-D61C54278570}"/>
              </a:ext>
            </a:extLst>
          </p:cNvPr>
          <p:cNvSpPr/>
          <p:nvPr userDrawn="1"/>
        </p:nvSpPr>
        <p:spPr>
          <a:xfrm>
            <a:off x="8128893" y="5473344"/>
            <a:ext cx="3724274" cy="1019531"/>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Technisches Umfeld</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grpSp>
        <p:nvGrpSpPr>
          <p:cNvPr id="10" name="Gruppieren 9">
            <a:extLst>
              <a:ext uri="{FF2B5EF4-FFF2-40B4-BE49-F238E27FC236}">
                <a16:creationId xmlns:a16="http://schemas.microsoft.com/office/drawing/2014/main" id="{49303E4F-B3D0-3EDC-BF7E-1D23D3CCA477}"/>
              </a:ext>
            </a:extLst>
          </p:cNvPr>
          <p:cNvGrpSpPr/>
          <p:nvPr userDrawn="1"/>
        </p:nvGrpSpPr>
        <p:grpSpPr>
          <a:xfrm>
            <a:off x="8294764" y="4725144"/>
            <a:ext cx="653974" cy="412211"/>
            <a:chOff x="4260475" y="1713961"/>
            <a:chExt cx="797945" cy="502958"/>
          </a:xfrm>
        </p:grpSpPr>
        <p:grpSp>
          <p:nvGrpSpPr>
            <p:cNvPr id="11" name="Gruppieren 10">
              <a:extLst>
                <a:ext uri="{FF2B5EF4-FFF2-40B4-BE49-F238E27FC236}">
                  <a16:creationId xmlns:a16="http://schemas.microsoft.com/office/drawing/2014/main" id="{57E1D362-F866-2479-BF3F-8877155ACE57}"/>
                </a:ext>
              </a:extLst>
            </p:cNvPr>
            <p:cNvGrpSpPr/>
            <p:nvPr/>
          </p:nvGrpSpPr>
          <p:grpSpPr>
            <a:xfrm>
              <a:off x="4260475" y="1751921"/>
              <a:ext cx="349250" cy="427038"/>
              <a:chOff x="2144688" y="1208830"/>
              <a:chExt cx="349250" cy="427038"/>
            </a:xfrm>
          </p:grpSpPr>
          <p:sp>
            <p:nvSpPr>
              <p:cNvPr id="18" name="Freeform 16">
                <a:extLst>
                  <a:ext uri="{FF2B5EF4-FFF2-40B4-BE49-F238E27FC236}">
                    <a16:creationId xmlns:a16="http://schemas.microsoft.com/office/drawing/2014/main" id="{0B5CE358-3F0B-E52C-691C-273476888B4E}"/>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9" name="Oval 17">
                <a:extLst>
                  <a:ext uri="{FF2B5EF4-FFF2-40B4-BE49-F238E27FC236}">
                    <a16:creationId xmlns:a16="http://schemas.microsoft.com/office/drawing/2014/main" id="{A51B5464-143F-6A34-D42E-84B09A6962AD}"/>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12" name="Gruppieren 11">
              <a:extLst>
                <a:ext uri="{FF2B5EF4-FFF2-40B4-BE49-F238E27FC236}">
                  <a16:creationId xmlns:a16="http://schemas.microsoft.com/office/drawing/2014/main" id="{FCC6A0CA-DCD9-9C41-1DB1-92FE213A6738}"/>
                </a:ext>
              </a:extLst>
            </p:cNvPr>
            <p:cNvGrpSpPr/>
            <p:nvPr/>
          </p:nvGrpSpPr>
          <p:grpSpPr>
            <a:xfrm>
              <a:off x="4709170" y="1751921"/>
              <a:ext cx="349250" cy="427038"/>
              <a:chOff x="2144688" y="1208830"/>
              <a:chExt cx="349250" cy="427038"/>
            </a:xfrm>
          </p:grpSpPr>
          <p:sp>
            <p:nvSpPr>
              <p:cNvPr id="16" name="Freeform 16">
                <a:extLst>
                  <a:ext uri="{FF2B5EF4-FFF2-40B4-BE49-F238E27FC236}">
                    <a16:creationId xmlns:a16="http://schemas.microsoft.com/office/drawing/2014/main" id="{750095A2-E7F9-DE24-BC17-32043918E2C8}"/>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7" name="Oval 17">
                <a:extLst>
                  <a:ext uri="{FF2B5EF4-FFF2-40B4-BE49-F238E27FC236}">
                    <a16:creationId xmlns:a16="http://schemas.microsoft.com/office/drawing/2014/main" id="{CD2E21B6-F73C-5AD7-D171-7EF12DC3388E}"/>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13" name="Gruppieren 12">
              <a:extLst>
                <a:ext uri="{FF2B5EF4-FFF2-40B4-BE49-F238E27FC236}">
                  <a16:creationId xmlns:a16="http://schemas.microsoft.com/office/drawing/2014/main" id="{B009E4E0-00F4-1428-08E8-2C4038D42D8F}"/>
                </a:ext>
              </a:extLst>
            </p:cNvPr>
            <p:cNvGrpSpPr/>
            <p:nvPr/>
          </p:nvGrpSpPr>
          <p:grpSpPr>
            <a:xfrm>
              <a:off x="4453777" y="1713961"/>
              <a:ext cx="411341" cy="502958"/>
              <a:chOff x="2144688" y="1208830"/>
              <a:chExt cx="349250" cy="427038"/>
            </a:xfrm>
          </p:grpSpPr>
          <p:sp>
            <p:nvSpPr>
              <p:cNvPr id="14" name="Freeform 16">
                <a:extLst>
                  <a:ext uri="{FF2B5EF4-FFF2-40B4-BE49-F238E27FC236}">
                    <a16:creationId xmlns:a16="http://schemas.microsoft.com/office/drawing/2014/main" id="{81FDBD65-0024-6FEA-FBAE-6881C17178A9}"/>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5" name="Oval 17">
                <a:extLst>
                  <a:ext uri="{FF2B5EF4-FFF2-40B4-BE49-F238E27FC236}">
                    <a16:creationId xmlns:a16="http://schemas.microsoft.com/office/drawing/2014/main" id="{85E7C8E1-0559-2811-683B-AD098C4F55F3}"/>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grpSp>
      <p:grpSp>
        <p:nvGrpSpPr>
          <p:cNvPr id="20" name="Gruppieren 19">
            <a:extLst>
              <a:ext uri="{FF2B5EF4-FFF2-40B4-BE49-F238E27FC236}">
                <a16:creationId xmlns:a16="http://schemas.microsoft.com/office/drawing/2014/main" id="{A0959590-7281-FBAA-48A8-762D8145E726}"/>
              </a:ext>
            </a:extLst>
          </p:cNvPr>
          <p:cNvGrpSpPr/>
          <p:nvPr userDrawn="1"/>
        </p:nvGrpSpPr>
        <p:grpSpPr>
          <a:xfrm>
            <a:off x="8339086" y="5859627"/>
            <a:ext cx="565330" cy="521701"/>
            <a:chOff x="4465638" y="2981325"/>
            <a:chExt cx="966787" cy="892175"/>
          </a:xfrm>
        </p:grpSpPr>
        <p:grpSp>
          <p:nvGrpSpPr>
            <p:cNvPr id="21" name="Gruppieren 20">
              <a:extLst>
                <a:ext uri="{FF2B5EF4-FFF2-40B4-BE49-F238E27FC236}">
                  <a16:creationId xmlns:a16="http://schemas.microsoft.com/office/drawing/2014/main" id="{ADD33AD8-B4B7-AD3A-FC3C-C04BC3036259}"/>
                </a:ext>
              </a:extLst>
            </p:cNvPr>
            <p:cNvGrpSpPr/>
            <p:nvPr/>
          </p:nvGrpSpPr>
          <p:grpSpPr>
            <a:xfrm>
              <a:off x="4465638" y="2981325"/>
              <a:ext cx="966787" cy="892175"/>
              <a:chOff x="4465638" y="2981325"/>
              <a:chExt cx="966787" cy="892175"/>
            </a:xfrm>
          </p:grpSpPr>
          <p:sp>
            <p:nvSpPr>
              <p:cNvPr id="28" name="Freeform 6">
                <a:extLst>
                  <a:ext uri="{FF2B5EF4-FFF2-40B4-BE49-F238E27FC236}">
                    <a16:creationId xmlns:a16="http://schemas.microsoft.com/office/drawing/2014/main" id="{5609159A-BDCB-2BFC-7242-2D5197E7EC28}"/>
                  </a:ext>
                </a:extLst>
              </p:cNvPr>
              <p:cNvSpPr>
                <a:spLocks/>
              </p:cNvSpPr>
              <p:nvPr/>
            </p:nvSpPr>
            <p:spPr bwMode="auto">
              <a:xfrm>
                <a:off x="4465638" y="2981325"/>
                <a:ext cx="966787" cy="892175"/>
              </a:xfrm>
              <a:custGeom>
                <a:avLst/>
                <a:gdLst>
                  <a:gd name="T0" fmla="*/ 258 w 258"/>
                  <a:gd name="T1" fmla="*/ 184 h 238"/>
                  <a:gd name="T2" fmla="*/ 258 w 258"/>
                  <a:gd name="T3" fmla="*/ 184 h 238"/>
                  <a:gd name="T4" fmla="*/ 258 w 258"/>
                  <a:gd name="T5" fmla="*/ 153 h 238"/>
                  <a:gd name="T6" fmla="*/ 258 w 258"/>
                  <a:gd name="T7" fmla="*/ 153 h 238"/>
                  <a:gd name="T8" fmla="*/ 258 w 258"/>
                  <a:gd name="T9" fmla="*/ 18 h 238"/>
                  <a:gd name="T10" fmla="*/ 239 w 258"/>
                  <a:gd name="T11" fmla="*/ 0 h 238"/>
                  <a:gd name="T12" fmla="*/ 19 w 258"/>
                  <a:gd name="T13" fmla="*/ 0 h 238"/>
                  <a:gd name="T14" fmla="*/ 0 w 258"/>
                  <a:gd name="T15" fmla="*/ 18 h 238"/>
                  <a:gd name="T16" fmla="*/ 0 w 258"/>
                  <a:gd name="T17" fmla="*/ 157 h 238"/>
                  <a:gd name="T18" fmla="*/ 0 w 258"/>
                  <a:gd name="T19" fmla="*/ 157 h 238"/>
                  <a:gd name="T20" fmla="*/ 0 w 258"/>
                  <a:gd name="T21" fmla="*/ 182 h 238"/>
                  <a:gd name="T22" fmla="*/ 0 w 258"/>
                  <a:gd name="T23" fmla="*/ 182 h 238"/>
                  <a:gd name="T24" fmla="*/ 0 w 258"/>
                  <a:gd name="T25" fmla="*/ 184 h 238"/>
                  <a:gd name="T26" fmla="*/ 0 w 258"/>
                  <a:gd name="T27" fmla="*/ 184 h 238"/>
                  <a:gd name="T28" fmla="*/ 0 w 258"/>
                  <a:gd name="T29" fmla="*/ 184 h 238"/>
                  <a:gd name="T30" fmla="*/ 0 w 258"/>
                  <a:gd name="T31" fmla="*/ 184 h 238"/>
                  <a:gd name="T32" fmla="*/ 17 w 258"/>
                  <a:gd name="T33" fmla="*/ 200 h 238"/>
                  <a:gd name="T34" fmla="*/ 100 w 258"/>
                  <a:gd name="T35" fmla="*/ 200 h 238"/>
                  <a:gd name="T36" fmla="*/ 73 w 258"/>
                  <a:gd name="T37" fmla="*/ 224 h 238"/>
                  <a:gd name="T38" fmla="*/ 74 w 258"/>
                  <a:gd name="T39" fmla="*/ 224 h 238"/>
                  <a:gd name="T40" fmla="*/ 67 w 258"/>
                  <a:gd name="T41" fmla="*/ 231 h 238"/>
                  <a:gd name="T42" fmla="*/ 74 w 258"/>
                  <a:gd name="T43" fmla="*/ 238 h 238"/>
                  <a:gd name="T44" fmla="*/ 184 w 258"/>
                  <a:gd name="T45" fmla="*/ 238 h 238"/>
                  <a:gd name="T46" fmla="*/ 191 w 258"/>
                  <a:gd name="T47" fmla="*/ 231 h 238"/>
                  <a:gd name="T48" fmla="*/ 184 w 258"/>
                  <a:gd name="T49" fmla="*/ 224 h 238"/>
                  <a:gd name="T50" fmla="*/ 185 w 258"/>
                  <a:gd name="T51" fmla="*/ 224 h 238"/>
                  <a:gd name="T52" fmla="*/ 158 w 258"/>
                  <a:gd name="T53" fmla="*/ 200 h 238"/>
                  <a:gd name="T54" fmla="*/ 242 w 258"/>
                  <a:gd name="T55" fmla="*/ 200 h 238"/>
                  <a:gd name="T56" fmla="*/ 258 w 258"/>
                  <a:gd name="T57" fmla="*/ 184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58" h="238">
                    <a:moveTo>
                      <a:pt x="258" y="184"/>
                    </a:moveTo>
                    <a:cubicBezTo>
                      <a:pt x="258" y="184"/>
                      <a:pt x="258" y="184"/>
                      <a:pt x="258" y="184"/>
                    </a:cubicBezTo>
                    <a:cubicBezTo>
                      <a:pt x="258" y="153"/>
                      <a:pt x="258" y="153"/>
                      <a:pt x="258" y="153"/>
                    </a:cubicBezTo>
                    <a:cubicBezTo>
                      <a:pt x="258" y="153"/>
                      <a:pt x="258" y="153"/>
                      <a:pt x="258" y="153"/>
                    </a:cubicBezTo>
                    <a:cubicBezTo>
                      <a:pt x="258" y="18"/>
                      <a:pt x="258" y="18"/>
                      <a:pt x="258" y="18"/>
                    </a:cubicBezTo>
                    <a:cubicBezTo>
                      <a:pt x="258" y="8"/>
                      <a:pt x="250" y="0"/>
                      <a:pt x="239" y="0"/>
                    </a:cubicBezTo>
                    <a:cubicBezTo>
                      <a:pt x="19" y="0"/>
                      <a:pt x="19" y="0"/>
                      <a:pt x="19" y="0"/>
                    </a:cubicBezTo>
                    <a:cubicBezTo>
                      <a:pt x="9" y="0"/>
                      <a:pt x="0" y="8"/>
                      <a:pt x="0" y="18"/>
                    </a:cubicBezTo>
                    <a:cubicBezTo>
                      <a:pt x="0" y="157"/>
                      <a:pt x="0" y="157"/>
                      <a:pt x="0" y="157"/>
                    </a:cubicBezTo>
                    <a:cubicBezTo>
                      <a:pt x="0" y="157"/>
                      <a:pt x="0" y="157"/>
                      <a:pt x="0" y="157"/>
                    </a:cubicBezTo>
                    <a:cubicBezTo>
                      <a:pt x="0" y="182"/>
                      <a:pt x="0" y="182"/>
                      <a:pt x="0" y="182"/>
                    </a:cubicBezTo>
                    <a:cubicBezTo>
                      <a:pt x="0" y="182"/>
                      <a:pt x="0" y="182"/>
                      <a:pt x="0" y="182"/>
                    </a:cubicBezTo>
                    <a:cubicBezTo>
                      <a:pt x="0" y="184"/>
                      <a:pt x="0" y="184"/>
                      <a:pt x="0" y="184"/>
                    </a:cubicBezTo>
                    <a:cubicBezTo>
                      <a:pt x="0" y="184"/>
                      <a:pt x="0" y="184"/>
                      <a:pt x="0" y="184"/>
                    </a:cubicBezTo>
                    <a:cubicBezTo>
                      <a:pt x="0" y="184"/>
                      <a:pt x="0" y="184"/>
                      <a:pt x="0" y="184"/>
                    </a:cubicBezTo>
                    <a:cubicBezTo>
                      <a:pt x="0" y="184"/>
                      <a:pt x="0" y="184"/>
                      <a:pt x="0" y="184"/>
                    </a:cubicBezTo>
                    <a:cubicBezTo>
                      <a:pt x="0" y="193"/>
                      <a:pt x="8" y="200"/>
                      <a:pt x="17" y="200"/>
                    </a:cubicBezTo>
                    <a:cubicBezTo>
                      <a:pt x="100" y="200"/>
                      <a:pt x="100" y="200"/>
                      <a:pt x="100" y="200"/>
                    </a:cubicBezTo>
                    <a:cubicBezTo>
                      <a:pt x="100" y="204"/>
                      <a:pt x="98" y="221"/>
                      <a:pt x="73" y="224"/>
                    </a:cubicBezTo>
                    <a:cubicBezTo>
                      <a:pt x="74" y="224"/>
                      <a:pt x="74" y="224"/>
                      <a:pt x="74" y="224"/>
                    </a:cubicBezTo>
                    <a:cubicBezTo>
                      <a:pt x="70" y="224"/>
                      <a:pt x="67" y="227"/>
                      <a:pt x="67" y="231"/>
                    </a:cubicBezTo>
                    <a:cubicBezTo>
                      <a:pt x="67" y="235"/>
                      <a:pt x="70" y="238"/>
                      <a:pt x="74" y="238"/>
                    </a:cubicBezTo>
                    <a:cubicBezTo>
                      <a:pt x="184" y="238"/>
                      <a:pt x="184" y="238"/>
                      <a:pt x="184" y="238"/>
                    </a:cubicBezTo>
                    <a:cubicBezTo>
                      <a:pt x="188" y="238"/>
                      <a:pt x="191" y="235"/>
                      <a:pt x="191" y="231"/>
                    </a:cubicBezTo>
                    <a:cubicBezTo>
                      <a:pt x="191" y="227"/>
                      <a:pt x="188" y="224"/>
                      <a:pt x="184" y="224"/>
                    </a:cubicBezTo>
                    <a:cubicBezTo>
                      <a:pt x="185" y="224"/>
                      <a:pt x="185" y="224"/>
                      <a:pt x="185" y="224"/>
                    </a:cubicBezTo>
                    <a:cubicBezTo>
                      <a:pt x="160" y="221"/>
                      <a:pt x="158" y="204"/>
                      <a:pt x="158" y="200"/>
                    </a:cubicBezTo>
                    <a:cubicBezTo>
                      <a:pt x="242" y="200"/>
                      <a:pt x="242" y="200"/>
                      <a:pt x="242" y="200"/>
                    </a:cubicBezTo>
                    <a:cubicBezTo>
                      <a:pt x="250" y="200"/>
                      <a:pt x="258" y="193"/>
                      <a:pt x="258" y="184"/>
                    </a:cubicBezTo>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9" name="Oval 7">
                <a:extLst>
                  <a:ext uri="{FF2B5EF4-FFF2-40B4-BE49-F238E27FC236}">
                    <a16:creationId xmlns:a16="http://schemas.microsoft.com/office/drawing/2014/main" id="{8AA17338-C281-1B80-EDFF-B9F60254A2D2}"/>
                  </a:ext>
                </a:extLst>
              </p:cNvPr>
              <p:cNvSpPr>
                <a:spLocks noChangeArrowheads="1"/>
              </p:cNvSpPr>
              <p:nvPr/>
            </p:nvSpPr>
            <p:spPr bwMode="auto">
              <a:xfrm>
                <a:off x="4914900" y="3625850"/>
                <a:ext cx="66675" cy="7143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30" name="Freeform 8">
                <a:extLst>
                  <a:ext uri="{FF2B5EF4-FFF2-40B4-BE49-F238E27FC236}">
                    <a16:creationId xmlns:a16="http://schemas.microsoft.com/office/drawing/2014/main" id="{E9ECDC77-CAE2-E9F2-E480-4D7EC326D896}"/>
                  </a:ext>
                </a:extLst>
              </p:cNvPr>
              <p:cNvSpPr>
                <a:spLocks/>
              </p:cNvSpPr>
              <p:nvPr/>
            </p:nvSpPr>
            <p:spPr bwMode="auto">
              <a:xfrm>
                <a:off x="4524375" y="3036888"/>
                <a:ext cx="850900" cy="544513"/>
              </a:xfrm>
              <a:custGeom>
                <a:avLst/>
                <a:gdLst>
                  <a:gd name="T0" fmla="*/ 3 w 227"/>
                  <a:gd name="T1" fmla="*/ 145 h 145"/>
                  <a:gd name="T2" fmla="*/ 0 w 227"/>
                  <a:gd name="T3" fmla="*/ 142 h 145"/>
                  <a:gd name="T4" fmla="*/ 0 w 227"/>
                  <a:gd name="T5" fmla="*/ 3 h 145"/>
                  <a:gd name="T6" fmla="*/ 3 w 227"/>
                  <a:gd name="T7" fmla="*/ 0 h 145"/>
                  <a:gd name="T8" fmla="*/ 223 w 227"/>
                  <a:gd name="T9" fmla="*/ 0 h 145"/>
                  <a:gd name="T10" fmla="*/ 227 w 227"/>
                  <a:gd name="T11" fmla="*/ 3 h 145"/>
                  <a:gd name="T12" fmla="*/ 227 w 227"/>
                  <a:gd name="T13" fmla="*/ 142 h 145"/>
                  <a:gd name="T14" fmla="*/ 223 w 227"/>
                  <a:gd name="T15" fmla="*/ 145 h 145"/>
                  <a:gd name="T16" fmla="*/ 3 w 227"/>
                  <a:gd name="T17" fmla="*/ 145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7" h="145">
                    <a:moveTo>
                      <a:pt x="3" y="145"/>
                    </a:moveTo>
                    <a:cubicBezTo>
                      <a:pt x="1" y="145"/>
                      <a:pt x="0" y="143"/>
                      <a:pt x="0" y="142"/>
                    </a:cubicBezTo>
                    <a:cubicBezTo>
                      <a:pt x="0" y="3"/>
                      <a:pt x="0" y="3"/>
                      <a:pt x="0" y="3"/>
                    </a:cubicBezTo>
                    <a:cubicBezTo>
                      <a:pt x="0" y="1"/>
                      <a:pt x="1" y="0"/>
                      <a:pt x="3" y="0"/>
                    </a:cubicBezTo>
                    <a:cubicBezTo>
                      <a:pt x="223" y="0"/>
                      <a:pt x="223" y="0"/>
                      <a:pt x="223" y="0"/>
                    </a:cubicBezTo>
                    <a:cubicBezTo>
                      <a:pt x="225" y="0"/>
                      <a:pt x="227" y="1"/>
                      <a:pt x="227" y="3"/>
                    </a:cubicBezTo>
                    <a:cubicBezTo>
                      <a:pt x="227" y="142"/>
                      <a:pt x="227" y="142"/>
                      <a:pt x="227" y="142"/>
                    </a:cubicBezTo>
                    <a:cubicBezTo>
                      <a:pt x="227" y="143"/>
                      <a:pt x="225" y="145"/>
                      <a:pt x="223" y="145"/>
                    </a:cubicBezTo>
                    <a:lnTo>
                      <a:pt x="3" y="14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22" name="Gruppieren 21">
              <a:extLst>
                <a:ext uri="{FF2B5EF4-FFF2-40B4-BE49-F238E27FC236}">
                  <a16:creationId xmlns:a16="http://schemas.microsoft.com/office/drawing/2014/main" id="{1A0A80AD-89D0-8ECB-29B6-D57D631A95BF}"/>
                </a:ext>
              </a:extLst>
            </p:cNvPr>
            <p:cNvGrpSpPr/>
            <p:nvPr/>
          </p:nvGrpSpPr>
          <p:grpSpPr>
            <a:xfrm>
              <a:off x="4581525" y="3097213"/>
              <a:ext cx="738187" cy="423863"/>
              <a:chOff x="4581525" y="3097213"/>
              <a:chExt cx="738187" cy="423863"/>
            </a:xfrm>
          </p:grpSpPr>
          <p:sp>
            <p:nvSpPr>
              <p:cNvPr id="23" name="Rectangle 9">
                <a:extLst>
                  <a:ext uri="{FF2B5EF4-FFF2-40B4-BE49-F238E27FC236}">
                    <a16:creationId xmlns:a16="http://schemas.microsoft.com/office/drawing/2014/main" id="{EA24A717-8ED9-29A6-D8DE-7A652911136F}"/>
                  </a:ext>
                </a:extLst>
              </p:cNvPr>
              <p:cNvSpPr>
                <a:spLocks noChangeArrowheads="1"/>
              </p:cNvSpPr>
              <p:nvPr/>
            </p:nvSpPr>
            <p:spPr bwMode="auto">
              <a:xfrm>
                <a:off x="4581525" y="3097213"/>
                <a:ext cx="738187" cy="168275"/>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24" name="Rectangle 10">
                <a:extLst>
                  <a:ext uri="{FF2B5EF4-FFF2-40B4-BE49-F238E27FC236}">
                    <a16:creationId xmlns:a16="http://schemas.microsoft.com/office/drawing/2014/main" id="{AC0F1CD4-CDC9-0DAF-435F-4D226D456973}"/>
                  </a:ext>
                </a:extLst>
              </p:cNvPr>
              <p:cNvSpPr>
                <a:spLocks noChangeArrowheads="1"/>
              </p:cNvSpPr>
              <p:nvPr/>
            </p:nvSpPr>
            <p:spPr bwMode="auto">
              <a:xfrm>
                <a:off x="5099050" y="3325813"/>
                <a:ext cx="220662" cy="195263"/>
              </a:xfrm>
              <a:prstGeom prst="rect">
                <a:avLst/>
              </a:pr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5" name="Rectangle 11">
                <a:extLst>
                  <a:ext uri="{FF2B5EF4-FFF2-40B4-BE49-F238E27FC236}">
                    <a16:creationId xmlns:a16="http://schemas.microsoft.com/office/drawing/2014/main" id="{2F6B8786-D866-FF3D-7F28-A8F632F1C0C4}"/>
                  </a:ext>
                </a:extLst>
              </p:cNvPr>
              <p:cNvSpPr>
                <a:spLocks noChangeArrowheads="1"/>
              </p:cNvSpPr>
              <p:nvPr/>
            </p:nvSpPr>
            <p:spPr bwMode="auto">
              <a:xfrm>
                <a:off x="4581525" y="3325813"/>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6" name="Rectangle 12">
                <a:extLst>
                  <a:ext uri="{FF2B5EF4-FFF2-40B4-BE49-F238E27FC236}">
                    <a16:creationId xmlns:a16="http://schemas.microsoft.com/office/drawing/2014/main" id="{17A9A8AC-E078-B879-2CD8-EB896E726812}"/>
                  </a:ext>
                </a:extLst>
              </p:cNvPr>
              <p:cNvSpPr>
                <a:spLocks noChangeArrowheads="1"/>
              </p:cNvSpPr>
              <p:nvPr/>
            </p:nvSpPr>
            <p:spPr bwMode="auto">
              <a:xfrm>
                <a:off x="4581525" y="3400425"/>
                <a:ext cx="452437" cy="46038"/>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7" name="Rectangle 13">
                <a:extLst>
                  <a:ext uri="{FF2B5EF4-FFF2-40B4-BE49-F238E27FC236}">
                    <a16:creationId xmlns:a16="http://schemas.microsoft.com/office/drawing/2014/main" id="{C7382CDB-3E7F-8582-7CED-68E98A07364A}"/>
                  </a:ext>
                </a:extLst>
              </p:cNvPr>
              <p:cNvSpPr>
                <a:spLocks noChangeArrowheads="1"/>
              </p:cNvSpPr>
              <p:nvPr/>
            </p:nvSpPr>
            <p:spPr bwMode="auto">
              <a:xfrm>
                <a:off x="4581525" y="3476625"/>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grpSp>
        <p:nvGrpSpPr>
          <p:cNvPr id="31" name="Gruppieren 30">
            <a:extLst>
              <a:ext uri="{FF2B5EF4-FFF2-40B4-BE49-F238E27FC236}">
                <a16:creationId xmlns:a16="http://schemas.microsoft.com/office/drawing/2014/main" id="{30A845E2-70E6-550E-954F-96FCCC5C72AD}"/>
              </a:ext>
            </a:extLst>
          </p:cNvPr>
          <p:cNvGrpSpPr/>
          <p:nvPr userDrawn="1"/>
        </p:nvGrpSpPr>
        <p:grpSpPr>
          <a:xfrm>
            <a:off x="8364359" y="3514656"/>
            <a:ext cx="514785" cy="513230"/>
            <a:chOff x="2385532" y="1335474"/>
            <a:chExt cx="617111" cy="615247"/>
          </a:xfrm>
        </p:grpSpPr>
        <p:sp>
          <p:nvSpPr>
            <p:cNvPr id="32" name="Oval 7">
              <a:extLst>
                <a:ext uri="{FF2B5EF4-FFF2-40B4-BE49-F238E27FC236}">
                  <a16:creationId xmlns:a16="http://schemas.microsoft.com/office/drawing/2014/main" id="{85F40384-E292-DA5C-D6D8-E25FB014AC52}"/>
                </a:ext>
              </a:extLst>
            </p:cNvPr>
            <p:cNvSpPr>
              <a:spLocks noChangeArrowheads="1"/>
            </p:cNvSpPr>
            <p:nvPr/>
          </p:nvSpPr>
          <p:spPr bwMode="auto">
            <a:xfrm>
              <a:off x="2385532" y="1335474"/>
              <a:ext cx="617111" cy="615247"/>
            </a:xfrm>
            <a:prstGeom prst="ellipse">
              <a:avLst/>
            </a:prstGeom>
            <a:solidFill>
              <a:srgbClr val="283F64"/>
            </a:solidFill>
            <a:ln>
              <a:solidFill>
                <a:schemeClr val="bg1"/>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nvGrpSpPr>
            <p:cNvPr id="33" name="Gruppieren 32">
              <a:extLst>
                <a:ext uri="{FF2B5EF4-FFF2-40B4-BE49-F238E27FC236}">
                  <a16:creationId xmlns:a16="http://schemas.microsoft.com/office/drawing/2014/main" id="{0E682EF8-79B8-E131-9457-7E207C67B0F6}"/>
                </a:ext>
              </a:extLst>
            </p:cNvPr>
            <p:cNvGrpSpPr/>
            <p:nvPr/>
          </p:nvGrpSpPr>
          <p:grpSpPr>
            <a:xfrm>
              <a:off x="2488759" y="1443107"/>
              <a:ext cx="410657" cy="407773"/>
              <a:chOff x="4746637" y="3227241"/>
              <a:chExt cx="410657" cy="407773"/>
            </a:xfrm>
            <a:solidFill>
              <a:schemeClr val="bg1"/>
            </a:solidFill>
          </p:grpSpPr>
          <p:sp>
            <p:nvSpPr>
              <p:cNvPr id="36" name="Ellipse 35">
                <a:extLst>
                  <a:ext uri="{FF2B5EF4-FFF2-40B4-BE49-F238E27FC236}">
                    <a16:creationId xmlns:a16="http://schemas.microsoft.com/office/drawing/2014/main" id="{58B43D01-604E-EDB4-D657-9917214ABD71}"/>
                  </a:ext>
                </a:extLst>
              </p:cNvPr>
              <p:cNvSpPr/>
              <p:nvPr/>
            </p:nvSpPr>
            <p:spPr bwMode="gray">
              <a:xfrm>
                <a:off x="4771879"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37" name="Ellipse 36">
                <a:extLst>
                  <a:ext uri="{FF2B5EF4-FFF2-40B4-BE49-F238E27FC236}">
                    <a16:creationId xmlns:a16="http://schemas.microsoft.com/office/drawing/2014/main" id="{79D558E8-2F62-1DD7-88DA-A2B005CF8DB5}"/>
                  </a:ext>
                </a:extLst>
              </p:cNvPr>
              <p:cNvSpPr/>
              <p:nvPr/>
            </p:nvSpPr>
            <p:spPr bwMode="gray">
              <a:xfrm>
                <a:off x="484205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38" name="Ellipse 37">
                <a:extLst>
                  <a:ext uri="{FF2B5EF4-FFF2-40B4-BE49-F238E27FC236}">
                    <a16:creationId xmlns:a16="http://schemas.microsoft.com/office/drawing/2014/main" id="{9EEBD68D-43E9-4310-4EAB-9CA45F91E8E5}"/>
                  </a:ext>
                </a:extLst>
              </p:cNvPr>
              <p:cNvSpPr/>
              <p:nvPr/>
            </p:nvSpPr>
            <p:spPr bwMode="gray">
              <a:xfrm>
                <a:off x="4929306" y="3593449"/>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39" name="Ellipse 38">
                <a:extLst>
                  <a:ext uri="{FF2B5EF4-FFF2-40B4-BE49-F238E27FC236}">
                    <a16:creationId xmlns:a16="http://schemas.microsoft.com/office/drawing/2014/main" id="{30D8E61F-EF6C-99C3-1516-51F95ED9CAE3}"/>
                  </a:ext>
                </a:extLst>
              </p:cNvPr>
              <p:cNvSpPr/>
              <p:nvPr/>
            </p:nvSpPr>
            <p:spPr bwMode="gray">
              <a:xfrm>
                <a:off x="502023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0" name="Ellipse 39">
                <a:extLst>
                  <a:ext uri="{FF2B5EF4-FFF2-40B4-BE49-F238E27FC236}">
                    <a16:creationId xmlns:a16="http://schemas.microsoft.com/office/drawing/2014/main" id="{03C4999B-7967-91E5-140A-54DF5638FE0F}"/>
                  </a:ext>
                </a:extLst>
              </p:cNvPr>
              <p:cNvSpPr/>
              <p:nvPr/>
            </p:nvSpPr>
            <p:spPr bwMode="gray">
              <a:xfrm>
                <a:off x="5091921"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1" name="Ellipse 40">
                <a:extLst>
                  <a:ext uri="{FF2B5EF4-FFF2-40B4-BE49-F238E27FC236}">
                    <a16:creationId xmlns:a16="http://schemas.microsoft.com/office/drawing/2014/main" id="{23694197-5D34-EA2C-4B9B-57278A53DCB2}"/>
                  </a:ext>
                </a:extLst>
              </p:cNvPr>
              <p:cNvSpPr/>
              <p:nvPr/>
            </p:nvSpPr>
            <p:spPr bwMode="gray">
              <a:xfrm>
                <a:off x="5115730"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2" name="Ellipse 41">
                <a:extLst>
                  <a:ext uri="{FF2B5EF4-FFF2-40B4-BE49-F238E27FC236}">
                    <a16:creationId xmlns:a16="http://schemas.microsoft.com/office/drawing/2014/main" id="{44A7F89F-85D7-1221-6A44-053500420153}"/>
                  </a:ext>
                </a:extLst>
              </p:cNvPr>
              <p:cNvSpPr/>
              <p:nvPr/>
            </p:nvSpPr>
            <p:spPr bwMode="gray">
              <a:xfrm>
                <a:off x="4746637"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3" name="Ellipse 42">
                <a:extLst>
                  <a:ext uri="{FF2B5EF4-FFF2-40B4-BE49-F238E27FC236}">
                    <a16:creationId xmlns:a16="http://schemas.microsoft.com/office/drawing/2014/main" id="{ED31AB18-070F-6302-DA13-AC10C793013F}"/>
                  </a:ext>
                </a:extLst>
              </p:cNvPr>
              <p:cNvSpPr/>
              <p:nvPr/>
            </p:nvSpPr>
            <p:spPr bwMode="gray">
              <a:xfrm>
                <a:off x="4929306" y="322724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4" name="Ellipse 43">
                <a:extLst>
                  <a:ext uri="{FF2B5EF4-FFF2-40B4-BE49-F238E27FC236}">
                    <a16:creationId xmlns:a16="http://schemas.microsoft.com/office/drawing/2014/main" id="{5EA13586-B4A2-8D8B-D839-2BEF5908C266}"/>
                  </a:ext>
                </a:extLst>
              </p:cNvPr>
              <p:cNvSpPr/>
              <p:nvPr/>
            </p:nvSpPr>
            <p:spPr bwMode="gray">
              <a:xfrm>
                <a:off x="484205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5" name="Ellipse 44">
                <a:extLst>
                  <a:ext uri="{FF2B5EF4-FFF2-40B4-BE49-F238E27FC236}">
                    <a16:creationId xmlns:a16="http://schemas.microsoft.com/office/drawing/2014/main" id="{A1034744-ACD9-805A-7F08-9DF7FD299E47}"/>
                  </a:ext>
                </a:extLst>
              </p:cNvPr>
              <p:cNvSpPr/>
              <p:nvPr/>
            </p:nvSpPr>
            <p:spPr bwMode="gray">
              <a:xfrm>
                <a:off x="502023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6" name="Ellipse 45">
                <a:extLst>
                  <a:ext uri="{FF2B5EF4-FFF2-40B4-BE49-F238E27FC236}">
                    <a16:creationId xmlns:a16="http://schemas.microsoft.com/office/drawing/2014/main" id="{DF037BBB-CEA1-3792-F7CB-652FB94BEFBE}"/>
                  </a:ext>
                </a:extLst>
              </p:cNvPr>
              <p:cNvSpPr/>
              <p:nvPr/>
            </p:nvSpPr>
            <p:spPr bwMode="gray">
              <a:xfrm>
                <a:off x="4771879"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7" name="Ellipse 46">
                <a:extLst>
                  <a:ext uri="{FF2B5EF4-FFF2-40B4-BE49-F238E27FC236}">
                    <a16:creationId xmlns:a16="http://schemas.microsoft.com/office/drawing/2014/main" id="{827F227E-B76D-02E3-6416-E7229C5EAF4B}"/>
                  </a:ext>
                </a:extLst>
              </p:cNvPr>
              <p:cNvSpPr/>
              <p:nvPr/>
            </p:nvSpPr>
            <p:spPr bwMode="gray">
              <a:xfrm>
                <a:off x="5091921"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grpSp>
        <p:sp>
          <p:nvSpPr>
            <p:cNvPr id="34" name="Freeform 41">
              <a:extLst>
                <a:ext uri="{FF2B5EF4-FFF2-40B4-BE49-F238E27FC236}">
                  <a16:creationId xmlns:a16="http://schemas.microsoft.com/office/drawing/2014/main" id="{B59B0E1D-158E-37F2-BADB-8E43895D0FF2}"/>
                </a:ext>
              </a:extLst>
            </p:cNvPr>
            <p:cNvSpPr>
              <a:spLocks/>
            </p:cNvSpPr>
            <p:nvPr/>
          </p:nvSpPr>
          <p:spPr bwMode="auto">
            <a:xfrm>
              <a:off x="2636938" y="1531180"/>
              <a:ext cx="247650" cy="176213"/>
            </a:xfrm>
            <a:custGeom>
              <a:avLst/>
              <a:gdLst>
                <a:gd name="T0" fmla="*/ 64 w 66"/>
                <a:gd name="T1" fmla="*/ 3 h 47"/>
                <a:gd name="T2" fmla="*/ 56 w 66"/>
                <a:gd name="T3" fmla="*/ 1 h 47"/>
                <a:gd name="T4" fmla="*/ 22 w 66"/>
                <a:gd name="T5" fmla="*/ 18 h 47"/>
                <a:gd name="T6" fmla="*/ 16 w 66"/>
                <a:gd name="T7" fmla="*/ 16 h 47"/>
                <a:gd name="T8" fmla="*/ 0 w 66"/>
                <a:gd name="T9" fmla="*/ 32 h 47"/>
                <a:gd name="T10" fmla="*/ 16 w 66"/>
                <a:gd name="T11" fmla="*/ 47 h 47"/>
                <a:gd name="T12" fmla="*/ 31 w 66"/>
                <a:gd name="T13" fmla="*/ 33 h 47"/>
                <a:gd name="T14" fmla="*/ 62 w 66"/>
                <a:gd name="T15" fmla="*/ 11 h 47"/>
                <a:gd name="T16" fmla="*/ 64 w 66"/>
                <a:gd name="T17" fmla="*/ 3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6" h="47">
                  <a:moveTo>
                    <a:pt x="64" y="3"/>
                  </a:moveTo>
                  <a:cubicBezTo>
                    <a:pt x="62" y="1"/>
                    <a:pt x="59" y="0"/>
                    <a:pt x="56" y="1"/>
                  </a:cubicBezTo>
                  <a:cubicBezTo>
                    <a:pt x="22" y="18"/>
                    <a:pt x="22" y="18"/>
                    <a:pt x="22" y="18"/>
                  </a:cubicBezTo>
                  <a:cubicBezTo>
                    <a:pt x="20" y="17"/>
                    <a:pt x="18" y="16"/>
                    <a:pt x="16" y="16"/>
                  </a:cubicBezTo>
                  <a:cubicBezTo>
                    <a:pt x="7" y="16"/>
                    <a:pt x="0" y="23"/>
                    <a:pt x="0" y="32"/>
                  </a:cubicBezTo>
                  <a:cubicBezTo>
                    <a:pt x="0" y="40"/>
                    <a:pt x="7" y="47"/>
                    <a:pt x="16" y="47"/>
                  </a:cubicBezTo>
                  <a:cubicBezTo>
                    <a:pt x="24" y="47"/>
                    <a:pt x="30" y="41"/>
                    <a:pt x="31" y="33"/>
                  </a:cubicBezTo>
                  <a:cubicBezTo>
                    <a:pt x="62" y="11"/>
                    <a:pt x="62" y="11"/>
                    <a:pt x="62" y="11"/>
                  </a:cubicBezTo>
                  <a:cubicBezTo>
                    <a:pt x="65" y="9"/>
                    <a:pt x="66" y="6"/>
                    <a:pt x="64" y="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35" name="Freeform 42">
              <a:extLst>
                <a:ext uri="{FF2B5EF4-FFF2-40B4-BE49-F238E27FC236}">
                  <a16:creationId xmlns:a16="http://schemas.microsoft.com/office/drawing/2014/main" id="{63C0D26F-7328-BF01-75BB-156D7748ADA9}"/>
                </a:ext>
              </a:extLst>
            </p:cNvPr>
            <p:cNvSpPr>
              <a:spLocks/>
            </p:cNvSpPr>
            <p:nvPr/>
          </p:nvSpPr>
          <p:spPr bwMode="auto">
            <a:xfrm>
              <a:off x="2484538" y="1440692"/>
              <a:ext cx="358775" cy="231775"/>
            </a:xfrm>
            <a:custGeom>
              <a:avLst/>
              <a:gdLst>
                <a:gd name="T0" fmla="*/ 96 w 96"/>
                <a:gd name="T1" fmla="*/ 14 h 62"/>
                <a:gd name="T2" fmla="*/ 58 w 96"/>
                <a:gd name="T3" fmla="*/ 0 h 62"/>
                <a:gd name="T4" fmla="*/ 0 w 96"/>
                <a:gd name="T5" fmla="*/ 55 h 62"/>
                <a:gd name="T6" fmla="*/ 7 w 96"/>
                <a:gd name="T7" fmla="*/ 62 h 62"/>
                <a:gd name="T8" fmla="*/ 14 w 96"/>
                <a:gd name="T9" fmla="*/ 55 h 62"/>
                <a:gd name="T10" fmla="*/ 58 w 96"/>
                <a:gd name="T11" fmla="*/ 14 h 62"/>
                <a:gd name="T12" fmla="*/ 81 w 96"/>
                <a:gd name="T13" fmla="*/ 20 h 62"/>
                <a:gd name="T14" fmla="*/ 96 w 96"/>
                <a:gd name="T15" fmla="*/ 14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6" h="62">
                  <a:moveTo>
                    <a:pt x="96" y="14"/>
                  </a:moveTo>
                  <a:cubicBezTo>
                    <a:pt x="86" y="5"/>
                    <a:pt x="72" y="0"/>
                    <a:pt x="58" y="0"/>
                  </a:cubicBezTo>
                  <a:cubicBezTo>
                    <a:pt x="26" y="0"/>
                    <a:pt x="0" y="25"/>
                    <a:pt x="0" y="55"/>
                  </a:cubicBezTo>
                  <a:cubicBezTo>
                    <a:pt x="0" y="59"/>
                    <a:pt x="3" y="62"/>
                    <a:pt x="7" y="62"/>
                  </a:cubicBezTo>
                  <a:cubicBezTo>
                    <a:pt x="11" y="62"/>
                    <a:pt x="14" y="59"/>
                    <a:pt x="14" y="55"/>
                  </a:cubicBezTo>
                  <a:cubicBezTo>
                    <a:pt x="14" y="32"/>
                    <a:pt x="34" y="14"/>
                    <a:pt x="58" y="14"/>
                  </a:cubicBezTo>
                  <a:cubicBezTo>
                    <a:pt x="66" y="14"/>
                    <a:pt x="74" y="16"/>
                    <a:pt x="81" y="20"/>
                  </a:cubicBezTo>
                  <a:lnTo>
                    <a:pt x="96" y="14"/>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48" name="Gruppieren 47">
            <a:extLst>
              <a:ext uri="{FF2B5EF4-FFF2-40B4-BE49-F238E27FC236}">
                <a16:creationId xmlns:a16="http://schemas.microsoft.com/office/drawing/2014/main" id="{CEC861F1-D780-0502-F42B-62712C8C1E67}"/>
              </a:ext>
            </a:extLst>
          </p:cNvPr>
          <p:cNvGrpSpPr/>
          <p:nvPr userDrawn="1"/>
        </p:nvGrpSpPr>
        <p:grpSpPr>
          <a:xfrm>
            <a:off x="642596" y="5922248"/>
            <a:ext cx="649994" cy="505337"/>
            <a:chOff x="9993560" y="3509123"/>
            <a:chExt cx="730250" cy="567732"/>
          </a:xfrm>
          <a:solidFill>
            <a:schemeClr val="bg1"/>
          </a:solidFill>
        </p:grpSpPr>
        <p:grpSp>
          <p:nvGrpSpPr>
            <p:cNvPr id="49" name="Gruppieren 48">
              <a:extLst>
                <a:ext uri="{FF2B5EF4-FFF2-40B4-BE49-F238E27FC236}">
                  <a16:creationId xmlns:a16="http://schemas.microsoft.com/office/drawing/2014/main" id="{4932B178-F3A4-2370-FDBC-8B7ED3D12C78}"/>
                </a:ext>
              </a:extLst>
            </p:cNvPr>
            <p:cNvGrpSpPr/>
            <p:nvPr/>
          </p:nvGrpSpPr>
          <p:grpSpPr>
            <a:xfrm>
              <a:off x="9993560" y="3814917"/>
              <a:ext cx="730250" cy="261938"/>
              <a:chOff x="4121151" y="6089650"/>
              <a:chExt cx="730250" cy="261938"/>
            </a:xfrm>
            <a:grpFill/>
          </p:grpSpPr>
          <p:sp>
            <p:nvSpPr>
              <p:cNvPr id="54" name="Freeform 146">
                <a:extLst>
                  <a:ext uri="{FF2B5EF4-FFF2-40B4-BE49-F238E27FC236}">
                    <a16:creationId xmlns:a16="http://schemas.microsoft.com/office/drawing/2014/main" id="{BC72F632-7573-D0E9-F6D1-0B4319D0099B}"/>
                  </a:ext>
                </a:extLst>
              </p:cNvPr>
              <p:cNvSpPr>
                <a:spLocks noEditPoints="1"/>
              </p:cNvSpPr>
              <p:nvPr/>
            </p:nvSpPr>
            <p:spPr bwMode="auto">
              <a:xfrm>
                <a:off x="4121151" y="6107113"/>
                <a:ext cx="730250" cy="244475"/>
              </a:xfrm>
              <a:custGeom>
                <a:avLst/>
                <a:gdLst>
                  <a:gd name="T0" fmla="*/ 1916 w 1992"/>
                  <a:gd name="T1" fmla="*/ 72 h 668"/>
                  <a:gd name="T2" fmla="*/ 1779 w 1992"/>
                  <a:gd name="T3" fmla="*/ 125 h 668"/>
                  <a:gd name="T4" fmla="*/ 1526 w 1992"/>
                  <a:gd name="T5" fmla="*/ 278 h 668"/>
                  <a:gd name="T6" fmla="*/ 1509 w 1992"/>
                  <a:gd name="T7" fmla="*/ 289 h 668"/>
                  <a:gd name="T8" fmla="*/ 1408 w 1992"/>
                  <a:gd name="T9" fmla="*/ 332 h 668"/>
                  <a:gd name="T10" fmla="*/ 909 w 1992"/>
                  <a:gd name="T11" fmla="*/ 382 h 668"/>
                  <a:gd name="T12" fmla="*/ 892 w 1992"/>
                  <a:gd name="T13" fmla="*/ 383 h 668"/>
                  <a:gd name="T14" fmla="*/ 865 w 1992"/>
                  <a:gd name="T15" fmla="*/ 361 h 668"/>
                  <a:gd name="T16" fmla="*/ 888 w 1992"/>
                  <a:gd name="T17" fmla="*/ 332 h 668"/>
                  <a:gd name="T18" fmla="*/ 1328 w 1992"/>
                  <a:gd name="T19" fmla="*/ 288 h 668"/>
                  <a:gd name="T20" fmla="*/ 1410 w 1992"/>
                  <a:gd name="T21" fmla="*/ 183 h 668"/>
                  <a:gd name="T22" fmla="*/ 1309 w 1992"/>
                  <a:gd name="T23" fmla="*/ 97 h 668"/>
                  <a:gd name="T24" fmla="*/ 918 w 1992"/>
                  <a:gd name="T25" fmla="*/ 92 h 668"/>
                  <a:gd name="T26" fmla="*/ 823 w 1992"/>
                  <a:gd name="T27" fmla="*/ 77 h 668"/>
                  <a:gd name="T28" fmla="*/ 352 w 1992"/>
                  <a:gd name="T29" fmla="*/ 105 h 668"/>
                  <a:gd name="T30" fmla="*/ 268 w 1992"/>
                  <a:gd name="T31" fmla="*/ 60 h 668"/>
                  <a:gd name="T32" fmla="*/ 99 w 1992"/>
                  <a:gd name="T33" fmla="*/ 72 h 668"/>
                  <a:gd name="T34" fmla="*/ 4 w 1992"/>
                  <a:gd name="T35" fmla="*/ 180 h 668"/>
                  <a:gd name="T36" fmla="*/ 31 w 1992"/>
                  <a:gd name="T37" fmla="*/ 569 h 668"/>
                  <a:gd name="T38" fmla="*/ 140 w 1992"/>
                  <a:gd name="T39" fmla="*/ 664 h 668"/>
                  <a:gd name="T40" fmla="*/ 309 w 1992"/>
                  <a:gd name="T41" fmla="*/ 652 h 668"/>
                  <a:gd name="T42" fmla="*/ 386 w 1992"/>
                  <a:gd name="T43" fmla="*/ 596 h 668"/>
                  <a:gd name="T44" fmla="*/ 1128 w 1992"/>
                  <a:gd name="T45" fmla="*/ 629 h 668"/>
                  <a:gd name="T46" fmla="*/ 1361 w 1992"/>
                  <a:gd name="T47" fmla="*/ 588 h 668"/>
                  <a:gd name="T48" fmla="*/ 1382 w 1992"/>
                  <a:gd name="T49" fmla="*/ 577 h 668"/>
                  <a:gd name="T50" fmla="*/ 1942 w 1992"/>
                  <a:gd name="T51" fmla="*/ 237 h 668"/>
                  <a:gd name="T52" fmla="*/ 1990 w 1992"/>
                  <a:gd name="T53" fmla="*/ 159 h 668"/>
                  <a:gd name="T54" fmla="*/ 1916 w 1992"/>
                  <a:gd name="T55" fmla="*/ 72 h 668"/>
                  <a:gd name="T56" fmla="*/ 202 w 1992"/>
                  <a:gd name="T57" fmla="*/ 572 h 668"/>
                  <a:gd name="T58" fmla="*/ 144 w 1992"/>
                  <a:gd name="T59" fmla="*/ 514 h 668"/>
                  <a:gd name="T60" fmla="*/ 202 w 1992"/>
                  <a:gd name="T61" fmla="*/ 457 h 668"/>
                  <a:gd name="T62" fmla="*/ 259 w 1992"/>
                  <a:gd name="T63" fmla="*/ 514 h 668"/>
                  <a:gd name="T64" fmla="*/ 202 w 1992"/>
                  <a:gd name="T65" fmla="*/ 572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992" h="668">
                    <a:moveTo>
                      <a:pt x="1916" y="72"/>
                    </a:moveTo>
                    <a:cubicBezTo>
                      <a:pt x="1879" y="69"/>
                      <a:pt x="1800" y="114"/>
                      <a:pt x="1779" y="125"/>
                    </a:cubicBezTo>
                    <a:cubicBezTo>
                      <a:pt x="1702" y="165"/>
                      <a:pt x="1596" y="228"/>
                      <a:pt x="1526" y="278"/>
                    </a:cubicBezTo>
                    <a:cubicBezTo>
                      <a:pt x="1521" y="281"/>
                      <a:pt x="1514" y="285"/>
                      <a:pt x="1509" y="289"/>
                    </a:cubicBezTo>
                    <a:cubicBezTo>
                      <a:pt x="1478" y="310"/>
                      <a:pt x="1445" y="324"/>
                      <a:pt x="1408" y="332"/>
                    </a:cubicBezTo>
                    <a:cubicBezTo>
                      <a:pt x="1205" y="377"/>
                      <a:pt x="909" y="382"/>
                      <a:pt x="909" y="382"/>
                    </a:cubicBezTo>
                    <a:cubicBezTo>
                      <a:pt x="892" y="383"/>
                      <a:pt x="892" y="383"/>
                      <a:pt x="892" y="383"/>
                    </a:cubicBezTo>
                    <a:cubicBezTo>
                      <a:pt x="879" y="383"/>
                      <a:pt x="867" y="374"/>
                      <a:pt x="865" y="361"/>
                    </a:cubicBezTo>
                    <a:cubicBezTo>
                      <a:pt x="863" y="346"/>
                      <a:pt x="873" y="333"/>
                      <a:pt x="888" y="332"/>
                    </a:cubicBezTo>
                    <a:cubicBezTo>
                      <a:pt x="1328" y="288"/>
                      <a:pt x="1328" y="288"/>
                      <a:pt x="1328" y="288"/>
                    </a:cubicBezTo>
                    <a:cubicBezTo>
                      <a:pt x="1376" y="283"/>
                      <a:pt x="1415" y="236"/>
                      <a:pt x="1410" y="183"/>
                    </a:cubicBezTo>
                    <a:cubicBezTo>
                      <a:pt x="1405" y="130"/>
                      <a:pt x="1357" y="91"/>
                      <a:pt x="1309" y="97"/>
                    </a:cubicBezTo>
                    <a:cubicBezTo>
                      <a:pt x="918" y="92"/>
                      <a:pt x="918" y="92"/>
                      <a:pt x="918" y="92"/>
                    </a:cubicBezTo>
                    <a:cubicBezTo>
                      <a:pt x="891" y="91"/>
                      <a:pt x="848" y="84"/>
                      <a:pt x="823" y="77"/>
                    </a:cubicBezTo>
                    <a:cubicBezTo>
                      <a:pt x="570" y="0"/>
                      <a:pt x="428" y="72"/>
                      <a:pt x="352" y="105"/>
                    </a:cubicBezTo>
                    <a:cubicBezTo>
                      <a:pt x="336" y="76"/>
                      <a:pt x="304" y="58"/>
                      <a:pt x="268" y="60"/>
                    </a:cubicBezTo>
                    <a:cubicBezTo>
                      <a:pt x="99" y="72"/>
                      <a:pt x="99" y="72"/>
                      <a:pt x="99" y="72"/>
                    </a:cubicBezTo>
                    <a:cubicBezTo>
                      <a:pt x="43" y="76"/>
                      <a:pt x="0" y="124"/>
                      <a:pt x="4" y="180"/>
                    </a:cubicBezTo>
                    <a:cubicBezTo>
                      <a:pt x="31" y="569"/>
                      <a:pt x="31" y="569"/>
                      <a:pt x="31" y="569"/>
                    </a:cubicBezTo>
                    <a:cubicBezTo>
                      <a:pt x="35" y="625"/>
                      <a:pt x="84" y="668"/>
                      <a:pt x="140" y="664"/>
                    </a:cubicBezTo>
                    <a:cubicBezTo>
                      <a:pt x="309" y="652"/>
                      <a:pt x="309" y="652"/>
                      <a:pt x="309" y="652"/>
                    </a:cubicBezTo>
                    <a:cubicBezTo>
                      <a:pt x="344" y="650"/>
                      <a:pt x="374" y="627"/>
                      <a:pt x="386" y="596"/>
                    </a:cubicBezTo>
                    <a:cubicBezTo>
                      <a:pt x="1128" y="629"/>
                      <a:pt x="1128" y="629"/>
                      <a:pt x="1128" y="629"/>
                    </a:cubicBezTo>
                    <a:cubicBezTo>
                      <a:pt x="1210" y="638"/>
                      <a:pt x="1288" y="628"/>
                      <a:pt x="1361" y="588"/>
                    </a:cubicBezTo>
                    <a:cubicBezTo>
                      <a:pt x="1382" y="577"/>
                      <a:pt x="1382" y="577"/>
                      <a:pt x="1382" y="577"/>
                    </a:cubicBezTo>
                    <a:cubicBezTo>
                      <a:pt x="1942" y="237"/>
                      <a:pt x="1942" y="237"/>
                      <a:pt x="1942" y="237"/>
                    </a:cubicBezTo>
                    <a:cubicBezTo>
                      <a:pt x="1970" y="220"/>
                      <a:pt x="1989" y="191"/>
                      <a:pt x="1990" y="159"/>
                    </a:cubicBezTo>
                    <a:cubicBezTo>
                      <a:pt x="1992" y="120"/>
                      <a:pt x="1970" y="76"/>
                      <a:pt x="1916" y="72"/>
                    </a:cubicBezTo>
                    <a:moveTo>
                      <a:pt x="202" y="572"/>
                    </a:moveTo>
                    <a:cubicBezTo>
                      <a:pt x="170" y="572"/>
                      <a:pt x="144" y="546"/>
                      <a:pt x="144" y="514"/>
                    </a:cubicBezTo>
                    <a:cubicBezTo>
                      <a:pt x="144" y="483"/>
                      <a:pt x="170" y="457"/>
                      <a:pt x="202" y="457"/>
                    </a:cubicBezTo>
                    <a:cubicBezTo>
                      <a:pt x="234" y="457"/>
                      <a:pt x="259" y="483"/>
                      <a:pt x="259" y="514"/>
                    </a:cubicBezTo>
                    <a:cubicBezTo>
                      <a:pt x="259" y="546"/>
                      <a:pt x="234" y="572"/>
                      <a:pt x="202" y="5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5" name="Freeform 147">
                <a:extLst>
                  <a:ext uri="{FF2B5EF4-FFF2-40B4-BE49-F238E27FC236}">
                    <a16:creationId xmlns:a16="http://schemas.microsoft.com/office/drawing/2014/main" id="{9606EE2E-DCC8-8386-0230-3A276F4F189F}"/>
                  </a:ext>
                </a:extLst>
              </p:cNvPr>
              <p:cNvSpPr>
                <a:spLocks/>
              </p:cNvSpPr>
              <p:nvPr/>
            </p:nvSpPr>
            <p:spPr bwMode="auto">
              <a:xfrm>
                <a:off x="4667251" y="6107113"/>
                <a:ext cx="120650" cy="74613"/>
              </a:xfrm>
              <a:custGeom>
                <a:avLst/>
                <a:gdLst>
                  <a:gd name="T0" fmla="*/ 0 w 330"/>
                  <a:gd name="T1" fmla="*/ 132 h 204"/>
                  <a:gd name="T2" fmla="*/ 8 w 330"/>
                  <a:gd name="T3" fmla="*/ 172 h 204"/>
                  <a:gd name="T4" fmla="*/ 9 w 330"/>
                  <a:gd name="T5" fmla="*/ 204 h 204"/>
                  <a:gd name="T6" fmla="*/ 26 w 330"/>
                  <a:gd name="T7" fmla="*/ 192 h 204"/>
                  <a:gd name="T8" fmla="*/ 267 w 330"/>
                  <a:gd name="T9" fmla="*/ 50 h 204"/>
                  <a:gd name="T10" fmla="*/ 330 w 330"/>
                  <a:gd name="T11" fmla="*/ 21 h 204"/>
                  <a:gd name="T12" fmla="*/ 239 w 330"/>
                  <a:gd name="T13" fmla="*/ 13 h 204"/>
                  <a:gd name="T14" fmla="*/ 1 w 330"/>
                  <a:gd name="T15" fmla="*/ 130 h 204"/>
                  <a:gd name="T16" fmla="*/ 0 w 330"/>
                  <a:gd name="T17" fmla="*/ 13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0" h="204">
                    <a:moveTo>
                      <a:pt x="0" y="132"/>
                    </a:moveTo>
                    <a:cubicBezTo>
                      <a:pt x="4" y="145"/>
                      <a:pt x="7" y="158"/>
                      <a:pt x="8" y="172"/>
                    </a:cubicBezTo>
                    <a:cubicBezTo>
                      <a:pt x="9" y="183"/>
                      <a:pt x="9" y="194"/>
                      <a:pt x="9" y="204"/>
                    </a:cubicBezTo>
                    <a:cubicBezTo>
                      <a:pt x="14" y="200"/>
                      <a:pt x="20" y="196"/>
                      <a:pt x="26" y="192"/>
                    </a:cubicBezTo>
                    <a:cubicBezTo>
                      <a:pt x="83" y="150"/>
                      <a:pt x="200" y="84"/>
                      <a:pt x="267" y="50"/>
                    </a:cubicBezTo>
                    <a:cubicBezTo>
                      <a:pt x="287" y="39"/>
                      <a:pt x="308" y="29"/>
                      <a:pt x="330" y="21"/>
                    </a:cubicBezTo>
                    <a:cubicBezTo>
                      <a:pt x="301" y="1"/>
                      <a:pt x="271" y="0"/>
                      <a:pt x="239" y="13"/>
                    </a:cubicBezTo>
                    <a:cubicBezTo>
                      <a:pt x="176" y="38"/>
                      <a:pt x="60" y="96"/>
                      <a:pt x="1" y="130"/>
                    </a:cubicBezTo>
                    <a:cubicBezTo>
                      <a:pt x="0" y="131"/>
                      <a:pt x="0" y="132"/>
                      <a:pt x="0" y="13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6" name="Freeform 148">
                <a:extLst>
                  <a:ext uri="{FF2B5EF4-FFF2-40B4-BE49-F238E27FC236}">
                    <a16:creationId xmlns:a16="http://schemas.microsoft.com/office/drawing/2014/main" id="{02C19A57-9124-1865-687D-ECAEF20959B1}"/>
                  </a:ext>
                </a:extLst>
              </p:cNvPr>
              <p:cNvSpPr>
                <a:spLocks/>
              </p:cNvSpPr>
              <p:nvPr/>
            </p:nvSpPr>
            <p:spPr bwMode="auto">
              <a:xfrm>
                <a:off x="4638676" y="6089650"/>
                <a:ext cx="93663" cy="44450"/>
              </a:xfrm>
              <a:custGeom>
                <a:avLst/>
                <a:gdLst>
                  <a:gd name="T0" fmla="*/ 44 w 255"/>
                  <a:gd name="T1" fmla="*/ 119 h 119"/>
                  <a:gd name="T2" fmla="*/ 51 w 255"/>
                  <a:gd name="T3" fmla="*/ 114 h 119"/>
                  <a:gd name="T4" fmla="*/ 80 w 255"/>
                  <a:gd name="T5" fmla="*/ 98 h 119"/>
                  <a:gd name="T6" fmla="*/ 255 w 255"/>
                  <a:gd name="T7" fmla="*/ 21 h 119"/>
                  <a:gd name="T8" fmla="*/ 164 w 255"/>
                  <a:gd name="T9" fmla="*/ 13 h 119"/>
                  <a:gd name="T10" fmla="*/ 0 w 255"/>
                  <a:gd name="T11" fmla="*/ 80 h 119"/>
                  <a:gd name="T12" fmla="*/ 44 w 255"/>
                  <a:gd name="T13" fmla="*/ 119 h 119"/>
                </a:gdLst>
                <a:ahLst/>
                <a:cxnLst>
                  <a:cxn ang="0">
                    <a:pos x="T0" y="T1"/>
                  </a:cxn>
                  <a:cxn ang="0">
                    <a:pos x="T2" y="T3"/>
                  </a:cxn>
                  <a:cxn ang="0">
                    <a:pos x="T4" y="T5"/>
                  </a:cxn>
                  <a:cxn ang="0">
                    <a:pos x="T6" y="T7"/>
                  </a:cxn>
                  <a:cxn ang="0">
                    <a:pos x="T8" y="T9"/>
                  </a:cxn>
                  <a:cxn ang="0">
                    <a:pos x="T10" y="T11"/>
                  </a:cxn>
                  <a:cxn ang="0">
                    <a:pos x="T12" y="T13"/>
                  </a:cxn>
                </a:cxnLst>
                <a:rect l="0" t="0" r="r" b="b"/>
                <a:pathLst>
                  <a:path w="255" h="119">
                    <a:moveTo>
                      <a:pt x="44" y="119"/>
                    </a:moveTo>
                    <a:cubicBezTo>
                      <a:pt x="46" y="117"/>
                      <a:pt x="49" y="115"/>
                      <a:pt x="51" y="114"/>
                    </a:cubicBezTo>
                    <a:cubicBezTo>
                      <a:pt x="80" y="98"/>
                      <a:pt x="80" y="98"/>
                      <a:pt x="80" y="98"/>
                    </a:cubicBezTo>
                    <a:cubicBezTo>
                      <a:pt x="121" y="74"/>
                      <a:pt x="209" y="42"/>
                      <a:pt x="255" y="21"/>
                    </a:cubicBezTo>
                    <a:cubicBezTo>
                      <a:pt x="226" y="1"/>
                      <a:pt x="196" y="0"/>
                      <a:pt x="164" y="13"/>
                    </a:cubicBezTo>
                    <a:cubicBezTo>
                      <a:pt x="125" y="29"/>
                      <a:pt x="38" y="59"/>
                      <a:pt x="0" y="80"/>
                    </a:cubicBezTo>
                    <a:cubicBezTo>
                      <a:pt x="16" y="90"/>
                      <a:pt x="31" y="104"/>
                      <a:pt x="44"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50" name="Gruppieren 49">
              <a:extLst>
                <a:ext uri="{FF2B5EF4-FFF2-40B4-BE49-F238E27FC236}">
                  <a16:creationId xmlns:a16="http://schemas.microsoft.com/office/drawing/2014/main" id="{8E36721B-2107-F076-0408-3270DBDA7EF2}"/>
                </a:ext>
              </a:extLst>
            </p:cNvPr>
            <p:cNvGrpSpPr/>
            <p:nvPr/>
          </p:nvGrpSpPr>
          <p:grpSpPr>
            <a:xfrm>
              <a:off x="10141157" y="3509123"/>
              <a:ext cx="352034" cy="306893"/>
              <a:chOff x="2988351" y="4816520"/>
              <a:chExt cx="426115" cy="371475"/>
            </a:xfrm>
            <a:grpFill/>
          </p:grpSpPr>
          <p:sp>
            <p:nvSpPr>
              <p:cNvPr id="51" name="Freeform 230">
                <a:extLst>
                  <a:ext uri="{FF2B5EF4-FFF2-40B4-BE49-F238E27FC236}">
                    <a16:creationId xmlns:a16="http://schemas.microsoft.com/office/drawing/2014/main" id="{90C55F82-4C32-B350-BAE3-DEFAD72B5C46}"/>
                  </a:ext>
                </a:extLst>
              </p:cNvPr>
              <p:cNvSpPr>
                <a:spLocks/>
              </p:cNvSpPr>
              <p:nvPr/>
            </p:nvSpPr>
            <p:spPr bwMode="auto">
              <a:xfrm>
                <a:off x="3296991" y="4995908"/>
                <a:ext cx="117475" cy="192087"/>
              </a:xfrm>
              <a:custGeom>
                <a:avLst/>
                <a:gdLst>
                  <a:gd name="T0" fmla="*/ 0 w 321"/>
                  <a:gd name="T1" fmla="*/ 78 h 523"/>
                  <a:gd name="T2" fmla="*/ 0 w 321"/>
                  <a:gd name="T3" fmla="*/ 444 h 523"/>
                  <a:gd name="T4" fmla="*/ 68 w 321"/>
                  <a:gd name="T5" fmla="*/ 523 h 523"/>
                  <a:gd name="T6" fmla="*/ 253 w 321"/>
                  <a:gd name="T7" fmla="*/ 523 h 523"/>
                  <a:gd name="T8" fmla="*/ 321 w 321"/>
                  <a:gd name="T9" fmla="*/ 444 h 523"/>
                  <a:gd name="T10" fmla="*/ 321 w 321"/>
                  <a:gd name="T11" fmla="*/ 78 h 523"/>
                  <a:gd name="T12" fmla="*/ 253 w 321"/>
                  <a:gd name="T13" fmla="*/ 0 h 523"/>
                  <a:gd name="T14" fmla="*/ 68 w 321"/>
                  <a:gd name="T15" fmla="*/ 0 h 523"/>
                  <a:gd name="T16" fmla="*/ 0 w 321"/>
                  <a:gd name="T17" fmla="*/ 78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523">
                    <a:moveTo>
                      <a:pt x="0" y="78"/>
                    </a:moveTo>
                    <a:cubicBezTo>
                      <a:pt x="0" y="444"/>
                      <a:pt x="0" y="444"/>
                      <a:pt x="0" y="444"/>
                    </a:cubicBezTo>
                    <a:cubicBezTo>
                      <a:pt x="0" y="487"/>
                      <a:pt x="30" y="523"/>
                      <a:pt x="68" y="523"/>
                    </a:cubicBezTo>
                    <a:cubicBezTo>
                      <a:pt x="253" y="523"/>
                      <a:pt x="253" y="523"/>
                      <a:pt x="253" y="523"/>
                    </a:cubicBezTo>
                    <a:cubicBezTo>
                      <a:pt x="290" y="523"/>
                      <a:pt x="321" y="487"/>
                      <a:pt x="321" y="444"/>
                    </a:cubicBezTo>
                    <a:cubicBezTo>
                      <a:pt x="321" y="78"/>
                      <a:pt x="321" y="78"/>
                      <a:pt x="321" y="78"/>
                    </a:cubicBezTo>
                    <a:cubicBezTo>
                      <a:pt x="321" y="35"/>
                      <a:pt x="290" y="0"/>
                      <a:pt x="253" y="0"/>
                    </a:cubicBezTo>
                    <a:cubicBezTo>
                      <a:pt x="68" y="0"/>
                      <a:pt x="68" y="0"/>
                      <a:pt x="68" y="0"/>
                    </a:cubicBezTo>
                    <a:cubicBezTo>
                      <a:pt x="30" y="0"/>
                      <a:pt x="0" y="35"/>
                      <a:pt x="0" y="7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2" name="Freeform 231">
                <a:extLst>
                  <a:ext uri="{FF2B5EF4-FFF2-40B4-BE49-F238E27FC236}">
                    <a16:creationId xmlns:a16="http://schemas.microsoft.com/office/drawing/2014/main" id="{17CEFE42-E38B-B126-70FA-ABD1D5D88BF7}"/>
                  </a:ext>
                </a:extLst>
              </p:cNvPr>
              <p:cNvSpPr>
                <a:spLocks/>
              </p:cNvSpPr>
              <p:nvPr/>
            </p:nvSpPr>
            <p:spPr bwMode="auto">
              <a:xfrm>
                <a:off x="2988351" y="4930820"/>
                <a:ext cx="117475" cy="257175"/>
              </a:xfrm>
              <a:custGeom>
                <a:avLst/>
                <a:gdLst>
                  <a:gd name="T0" fmla="*/ 0 w 321"/>
                  <a:gd name="T1" fmla="*/ 75 h 698"/>
                  <a:gd name="T2" fmla="*/ 0 w 321"/>
                  <a:gd name="T3" fmla="*/ 623 h 698"/>
                  <a:gd name="T4" fmla="*/ 69 w 321"/>
                  <a:gd name="T5" fmla="*/ 698 h 698"/>
                  <a:gd name="T6" fmla="*/ 253 w 321"/>
                  <a:gd name="T7" fmla="*/ 698 h 698"/>
                  <a:gd name="T8" fmla="*/ 321 w 321"/>
                  <a:gd name="T9" fmla="*/ 623 h 698"/>
                  <a:gd name="T10" fmla="*/ 321 w 321"/>
                  <a:gd name="T11" fmla="*/ 75 h 698"/>
                  <a:gd name="T12" fmla="*/ 253 w 321"/>
                  <a:gd name="T13" fmla="*/ 0 h 698"/>
                  <a:gd name="T14" fmla="*/ 69 w 321"/>
                  <a:gd name="T15" fmla="*/ 0 h 698"/>
                  <a:gd name="T16" fmla="*/ 0 w 321"/>
                  <a:gd name="T17" fmla="*/ 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698">
                    <a:moveTo>
                      <a:pt x="0" y="75"/>
                    </a:moveTo>
                    <a:cubicBezTo>
                      <a:pt x="0" y="623"/>
                      <a:pt x="0" y="623"/>
                      <a:pt x="0" y="623"/>
                    </a:cubicBezTo>
                    <a:cubicBezTo>
                      <a:pt x="0" y="664"/>
                      <a:pt x="31" y="698"/>
                      <a:pt x="69" y="698"/>
                    </a:cubicBezTo>
                    <a:cubicBezTo>
                      <a:pt x="253" y="698"/>
                      <a:pt x="253" y="698"/>
                      <a:pt x="253" y="698"/>
                    </a:cubicBezTo>
                    <a:cubicBezTo>
                      <a:pt x="291" y="698"/>
                      <a:pt x="321" y="664"/>
                      <a:pt x="321" y="623"/>
                    </a:cubicBezTo>
                    <a:cubicBezTo>
                      <a:pt x="321" y="75"/>
                      <a:pt x="321" y="75"/>
                      <a:pt x="321" y="75"/>
                    </a:cubicBezTo>
                    <a:cubicBezTo>
                      <a:pt x="321" y="34"/>
                      <a:pt x="291" y="0"/>
                      <a:pt x="253" y="0"/>
                    </a:cubicBezTo>
                    <a:cubicBezTo>
                      <a:pt x="69" y="0"/>
                      <a:pt x="69" y="0"/>
                      <a:pt x="69" y="0"/>
                    </a:cubicBezTo>
                    <a:cubicBezTo>
                      <a:pt x="31" y="0"/>
                      <a:pt x="0" y="34"/>
                      <a:pt x="0" y="7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3" name="Freeform 232">
                <a:extLst>
                  <a:ext uri="{FF2B5EF4-FFF2-40B4-BE49-F238E27FC236}">
                    <a16:creationId xmlns:a16="http://schemas.microsoft.com/office/drawing/2014/main" id="{CCDBCAD6-8CB5-729C-F87B-95B2B44BD4BB}"/>
                  </a:ext>
                </a:extLst>
              </p:cNvPr>
              <p:cNvSpPr>
                <a:spLocks/>
              </p:cNvSpPr>
              <p:nvPr/>
            </p:nvSpPr>
            <p:spPr bwMode="auto">
              <a:xfrm>
                <a:off x="3142671" y="4816520"/>
                <a:ext cx="117475" cy="371475"/>
              </a:xfrm>
              <a:custGeom>
                <a:avLst/>
                <a:gdLst>
                  <a:gd name="T0" fmla="*/ 0 w 321"/>
                  <a:gd name="T1" fmla="*/ 72 h 1012"/>
                  <a:gd name="T2" fmla="*/ 0 w 321"/>
                  <a:gd name="T3" fmla="*/ 939 h 1012"/>
                  <a:gd name="T4" fmla="*/ 68 w 321"/>
                  <a:gd name="T5" fmla="*/ 1012 h 1012"/>
                  <a:gd name="T6" fmla="*/ 253 w 321"/>
                  <a:gd name="T7" fmla="*/ 1012 h 1012"/>
                  <a:gd name="T8" fmla="*/ 321 w 321"/>
                  <a:gd name="T9" fmla="*/ 939 h 1012"/>
                  <a:gd name="T10" fmla="*/ 321 w 321"/>
                  <a:gd name="T11" fmla="*/ 72 h 1012"/>
                  <a:gd name="T12" fmla="*/ 253 w 321"/>
                  <a:gd name="T13" fmla="*/ 0 h 1012"/>
                  <a:gd name="T14" fmla="*/ 68 w 321"/>
                  <a:gd name="T15" fmla="*/ 0 h 1012"/>
                  <a:gd name="T16" fmla="*/ 0 w 321"/>
                  <a:gd name="T17" fmla="*/ 72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1012">
                    <a:moveTo>
                      <a:pt x="0" y="72"/>
                    </a:moveTo>
                    <a:cubicBezTo>
                      <a:pt x="0" y="939"/>
                      <a:pt x="0" y="939"/>
                      <a:pt x="0" y="939"/>
                    </a:cubicBezTo>
                    <a:cubicBezTo>
                      <a:pt x="0" y="979"/>
                      <a:pt x="30" y="1012"/>
                      <a:pt x="68" y="1012"/>
                    </a:cubicBezTo>
                    <a:cubicBezTo>
                      <a:pt x="253" y="1012"/>
                      <a:pt x="253" y="1012"/>
                      <a:pt x="253" y="1012"/>
                    </a:cubicBezTo>
                    <a:cubicBezTo>
                      <a:pt x="290" y="1012"/>
                      <a:pt x="321" y="979"/>
                      <a:pt x="321" y="939"/>
                    </a:cubicBezTo>
                    <a:cubicBezTo>
                      <a:pt x="321" y="72"/>
                      <a:pt x="321" y="72"/>
                      <a:pt x="321" y="72"/>
                    </a:cubicBezTo>
                    <a:cubicBezTo>
                      <a:pt x="321" y="32"/>
                      <a:pt x="290" y="0"/>
                      <a:pt x="253" y="0"/>
                    </a:cubicBezTo>
                    <a:cubicBezTo>
                      <a:pt x="68" y="0"/>
                      <a:pt x="68" y="0"/>
                      <a:pt x="68" y="0"/>
                    </a:cubicBezTo>
                    <a:cubicBezTo>
                      <a:pt x="30" y="0"/>
                      <a:pt x="0" y="32"/>
                      <a:pt x="0" y="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sp>
        <p:nvSpPr>
          <p:cNvPr id="57" name="Rechteck 56">
            <a:extLst>
              <a:ext uri="{FF2B5EF4-FFF2-40B4-BE49-F238E27FC236}">
                <a16:creationId xmlns:a16="http://schemas.microsoft.com/office/drawing/2014/main" id="{CB791438-5849-CDFE-FE4F-A4200BCA3597}"/>
              </a:ext>
            </a:extLst>
          </p:cNvPr>
          <p:cNvSpPr/>
          <p:nvPr userDrawn="1"/>
        </p:nvSpPr>
        <p:spPr>
          <a:xfrm>
            <a:off x="438248" y="5558300"/>
            <a:ext cx="1013419" cy="342145"/>
          </a:xfrm>
          <a:prstGeom prst="rect">
            <a:avLst/>
          </a:prstGeom>
        </p:spPr>
        <p:txBody>
          <a:bodyPr wrap="none">
            <a:spAutoFit/>
          </a:bodyPr>
          <a:lstStyle/>
          <a:p>
            <a:pPr marL="0" marR="0" lvl="0" indent="0" algn="l" defTabSz="914400" rtl="0" eaLnBrk="1" fontAlgn="base" latinLnBrk="0" hangingPunct="1">
              <a:lnSpc>
                <a:spcPct val="110000"/>
              </a:lnSpc>
              <a:spcBef>
                <a:spcPts val="200"/>
              </a:spcBef>
              <a:spcAft>
                <a:spcPts val="100"/>
              </a:spcAft>
              <a:buClr>
                <a:srgbClr val="0060A9"/>
              </a:buClr>
              <a:buSzTx/>
              <a:buFontTx/>
              <a:buNone/>
              <a:tabLst/>
              <a:defRPr/>
            </a:pPr>
            <a:r>
              <a:rPr kumimoji="0" lang="de-DE" sz="1600" b="1" i="0" u="none" strike="noStrike" kern="1200" cap="all" spc="0" normalizeH="0" baseline="0" noProof="0" dirty="0">
                <a:ln>
                  <a:noFill/>
                </a:ln>
                <a:solidFill>
                  <a:prstClr val="white"/>
                </a:solidFill>
                <a:effectLst/>
                <a:uLnTx/>
                <a:uFillTx/>
                <a:latin typeface="Arial"/>
                <a:cs typeface="Arial"/>
              </a:rPr>
              <a:t>Nutzen</a:t>
            </a: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58" name="Bildplatzhalter 163">
            <a:extLst>
              <a:ext uri="{FF2B5EF4-FFF2-40B4-BE49-F238E27FC236}">
                <a16:creationId xmlns:a16="http://schemas.microsoft.com/office/drawing/2014/main" id="{9C216230-A84D-A55A-390E-AE6B4E7EFCA4}"/>
              </a:ext>
            </a:extLst>
          </p:cNvPr>
          <p:cNvSpPr>
            <a:spLocks noGrp="1"/>
          </p:cNvSpPr>
          <p:nvPr>
            <p:ph type="pic" sz="quarter" idx="12"/>
          </p:nvPr>
        </p:nvSpPr>
        <p:spPr>
          <a:xfrm>
            <a:off x="8128893" y="881063"/>
            <a:ext cx="3709095" cy="2109787"/>
          </a:xfrm>
        </p:spPr>
        <p:txBody>
          <a:bodyPr/>
          <a:lstStyle/>
          <a:p>
            <a:r>
              <a:rPr lang="de-DE"/>
              <a:t>Bild durch Klicken auf Symbol hinzufügen</a:t>
            </a:r>
          </a:p>
        </p:txBody>
      </p:sp>
      <p:sp>
        <p:nvSpPr>
          <p:cNvPr id="83" name="Textplatzhalter 82">
            <a:extLst>
              <a:ext uri="{FF2B5EF4-FFF2-40B4-BE49-F238E27FC236}">
                <a16:creationId xmlns:a16="http://schemas.microsoft.com/office/drawing/2014/main" id="{448C9272-BF01-E523-E4A5-1165C6E59D1C}"/>
              </a:ext>
            </a:extLst>
          </p:cNvPr>
          <p:cNvSpPr>
            <a:spLocks noGrp="1"/>
          </p:cNvSpPr>
          <p:nvPr>
            <p:ph type="body" sz="quarter" idx="13"/>
          </p:nvPr>
        </p:nvSpPr>
        <p:spPr>
          <a:xfrm>
            <a:off x="354013" y="1107120"/>
            <a:ext cx="7367588" cy="409713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6" name="Textplatzhalter 85">
            <a:extLst>
              <a:ext uri="{FF2B5EF4-FFF2-40B4-BE49-F238E27FC236}">
                <a16:creationId xmlns:a16="http://schemas.microsoft.com/office/drawing/2014/main" id="{E1CC37D6-6247-9F88-92D8-9654E0882AA2}"/>
              </a:ext>
            </a:extLst>
          </p:cNvPr>
          <p:cNvSpPr>
            <a:spLocks noGrp="1"/>
          </p:cNvSpPr>
          <p:nvPr>
            <p:ph type="body" sz="quarter" idx="15" hasCustomPrompt="1"/>
          </p:nvPr>
        </p:nvSpPr>
        <p:spPr>
          <a:xfrm>
            <a:off x="9048748" y="3668295"/>
            <a:ext cx="2636838" cy="20595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Dauer</a:t>
            </a:r>
          </a:p>
        </p:txBody>
      </p:sp>
      <p:sp>
        <p:nvSpPr>
          <p:cNvPr id="87" name="Textplatzhalter 85">
            <a:extLst>
              <a:ext uri="{FF2B5EF4-FFF2-40B4-BE49-F238E27FC236}">
                <a16:creationId xmlns:a16="http://schemas.microsoft.com/office/drawing/2014/main" id="{F79F4882-A179-5E57-E23B-87D95AD80296}"/>
              </a:ext>
            </a:extLst>
          </p:cNvPr>
          <p:cNvSpPr>
            <a:spLocks noGrp="1"/>
          </p:cNvSpPr>
          <p:nvPr>
            <p:ph type="body" sz="quarter" idx="16" hasCustomPrompt="1"/>
          </p:nvPr>
        </p:nvSpPr>
        <p:spPr>
          <a:xfrm>
            <a:off x="9048748" y="4821966"/>
            <a:ext cx="2636838" cy="218566"/>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Projektteam</a:t>
            </a:r>
          </a:p>
        </p:txBody>
      </p:sp>
      <p:sp>
        <p:nvSpPr>
          <p:cNvPr id="88" name="Textplatzhalter 85">
            <a:extLst>
              <a:ext uri="{FF2B5EF4-FFF2-40B4-BE49-F238E27FC236}">
                <a16:creationId xmlns:a16="http://schemas.microsoft.com/office/drawing/2014/main" id="{25C8246C-8FF4-56A7-A838-38E9CD06CE25}"/>
              </a:ext>
            </a:extLst>
          </p:cNvPr>
          <p:cNvSpPr>
            <a:spLocks noGrp="1"/>
          </p:cNvSpPr>
          <p:nvPr>
            <p:ph type="body" sz="quarter" idx="17" hasCustomPrompt="1"/>
          </p:nvPr>
        </p:nvSpPr>
        <p:spPr>
          <a:xfrm>
            <a:off x="9048748" y="6011456"/>
            <a:ext cx="2636838" cy="21804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Umfeld</a:t>
            </a:r>
          </a:p>
        </p:txBody>
      </p:sp>
      <p:sp>
        <p:nvSpPr>
          <p:cNvPr id="89" name="Textplatzhalter 82">
            <a:extLst>
              <a:ext uri="{FF2B5EF4-FFF2-40B4-BE49-F238E27FC236}">
                <a16:creationId xmlns:a16="http://schemas.microsoft.com/office/drawing/2014/main" id="{B9FB57AE-0A75-19BF-4B71-8FA9F436F6DA}"/>
              </a:ext>
            </a:extLst>
          </p:cNvPr>
          <p:cNvSpPr>
            <a:spLocks noGrp="1"/>
          </p:cNvSpPr>
          <p:nvPr>
            <p:ph type="body" sz="quarter" idx="18" hasCustomPrompt="1"/>
          </p:nvPr>
        </p:nvSpPr>
        <p:spPr>
          <a:xfrm>
            <a:off x="2072646" y="5884878"/>
            <a:ext cx="5645461" cy="325101"/>
          </a:xfrm>
        </p:spPr>
        <p:txBody>
          <a:bodyPr/>
          <a:lstStyle>
            <a:lvl1pPr>
              <a:buNone/>
              <a:defRPr b="0">
                <a:solidFill>
                  <a:srgbClr val="283F64"/>
                </a:solidFill>
              </a:defRPr>
            </a:lvl1pPr>
            <a:lvl2pPr>
              <a:buNone/>
              <a:defRPr>
                <a:solidFill>
                  <a:srgbClr val="283F64"/>
                </a:solidFill>
              </a:defRPr>
            </a:lvl2pPr>
            <a:lvl3pPr>
              <a:buNone/>
              <a:defRPr>
                <a:solidFill>
                  <a:srgbClr val="283F64"/>
                </a:solidFill>
              </a:defRPr>
            </a:lvl3pPr>
            <a:lvl4pPr>
              <a:buNone/>
              <a:defRPr>
                <a:solidFill>
                  <a:srgbClr val="283F64"/>
                </a:solidFill>
              </a:defRPr>
            </a:lvl4pPr>
            <a:lvl5pPr>
              <a:buNone/>
              <a:defRPr>
                <a:solidFill>
                  <a:srgbClr val="283F64"/>
                </a:solidFill>
              </a:defRPr>
            </a:lvl5pPr>
          </a:lstStyle>
          <a:p>
            <a:pPr lvl="0"/>
            <a:r>
              <a:rPr lang="de-DE" dirty="0"/>
              <a:t>Nutzen</a:t>
            </a:r>
          </a:p>
        </p:txBody>
      </p:sp>
    </p:spTree>
    <p:extLst>
      <p:ext uri="{BB962C8B-B14F-4D97-AF65-F5344CB8AC3E}">
        <p14:creationId xmlns:p14="http://schemas.microsoft.com/office/powerpoint/2010/main" val="111466488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rojektrefernz_2">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3437B1-A116-B2F9-227A-6D36643F52CB}"/>
              </a:ext>
            </a:extLst>
          </p:cNvPr>
          <p:cNvSpPr>
            <a:spLocks noGrp="1"/>
          </p:cNvSpPr>
          <p:nvPr>
            <p:ph type="title" hasCustomPrompt="1"/>
          </p:nvPr>
        </p:nvSpPr>
        <p:spPr/>
        <p:txBody>
          <a:bodyPr/>
          <a:lstStyle/>
          <a:p>
            <a:r>
              <a:rPr lang="de-DE" dirty="0"/>
              <a:t>Name Projektreferenz</a:t>
            </a:r>
          </a:p>
        </p:txBody>
      </p:sp>
      <p:sp>
        <p:nvSpPr>
          <p:cNvPr id="3" name="Fußzeilenplatzhalter 2">
            <a:extLst>
              <a:ext uri="{FF2B5EF4-FFF2-40B4-BE49-F238E27FC236}">
                <a16:creationId xmlns:a16="http://schemas.microsoft.com/office/drawing/2014/main" id="{E29C4617-F2BD-D559-7124-766A7367A230}"/>
              </a:ext>
            </a:extLst>
          </p:cNvPr>
          <p:cNvSpPr>
            <a:spLocks noGrp="1"/>
          </p:cNvSpPr>
          <p:nvPr>
            <p:ph type="ftr" sz="quarter" idx="10"/>
          </p:nvPr>
        </p:nvSpPr>
        <p:spPr/>
        <p:txBody>
          <a:bodyPr/>
          <a:lstStyle/>
          <a:p>
            <a:r>
              <a:rPr lang="de-DE"/>
              <a:t>Unternehmensmaster Smart Mechatronics</a:t>
            </a:r>
            <a:endParaRPr lang="de-DE" dirty="0"/>
          </a:p>
        </p:txBody>
      </p:sp>
      <p:sp>
        <p:nvSpPr>
          <p:cNvPr id="4" name="Datumsplatzhalter 3">
            <a:extLst>
              <a:ext uri="{FF2B5EF4-FFF2-40B4-BE49-F238E27FC236}">
                <a16:creationId xmlns:a16="http://schemas.microsoft.com/office/drawing/2014/main" id="{2EFCF956-539A-D178-B927-FCDFD1297609}"/>
              </a:ext>
            </a:extLst>
          </p:cNvPr>
          <p:cNvSpPr>
            <a:spLocks noGrp="1"/>
          </p:cNvSpPr>
          <p:nvPr>
            <p:ph type="dt" sz="half" idx="11"/>
          </p:nvPr>
        </p:nvSpPr>
        <p:spPr/>
        <p:txBody>
          <a:bodyPr/>
          <a:lstStyle/>
          <a:p>
            <a:fld id="{148A0647-3573-420B-885F-9503749F33FD}" type="datetime1">
              <a:rPr lang="de-DE" smtClean="0"/>
              <a:t>21.08.2026</a:t>
            </a:fld>
            <a:endParaRPr lang="de-DE" dirty="0"/>
          </a:p>
        </p:txBody>
      </p:sp>
      <p:sp>
        <p:nvSpPr>
          <p:cNvPr id="5" name="Rechteck 4">
            <a:extLst>
              <a:ext uri="{FF2B5EF4-FFF2-40B4-BE49-F238E27FC236}">
                <a16:creationId xmlns:a16="http://schemas.microsoft.com/office/drawing/2014/main" id="{62BB121B-3EBD-1702-A7A0-4DF4FD351BAD}"/>
              </a:ext>
            </a:extLst>
          </p:cNvPr>
          <p:cNvSpPr/>
          <p:nvPr userDrawn="1"/>
        </p:nvSpPr>
        <p:spPr>
          <a:xfrm>
            <a:off x="1375683" y="5517759"/>
            <a:ext cx="6577692" cy="1005723"/>
          </a:xfrm>
          <a:prstGeom prst="rect">
            <a:avLst/>
          </a:prstGeom>
          <a:solidFill>
            <a:schemeClr val="bg1"/>
          </a:solidFill>
          <a:ln w="19050">
            <a:solidFill>
              <a:srgbClr val="283F64"/>
            </a:solidFill>
          </a:ln>
        </p:spPr>
        <p:txBody>
          <a:bodyPr wrap="square" lIns="0" anchor="ctr">
            <a:noAutofit/>
          </a:bodyPr>
          <a:lstStyle/>
          <a:p>
            <a:pPr marL="715963" marR="0" lvl="0" indent="3175" algn="l" defTabSz="914400" rtl="0" eaLnBrk="1" fontAlgn="base" latinLnBrk="0" hangingPunct="1">
              <a:lnSpc>
                <a:spcPct val="110000"/>
              </a:lnSpc>
              <a:spcBef>
                <a:spcPts val="200"/>
              </a:spcBef>
              <a:spcAft>
                <a:spcPts val="100"/>
              </a:spcAft>
              <a:buClr>
                <a:prstClr val="white"/>
              </a:buClr>
              <a:buSzTx/>
              <a:buFontTx/>
              <a:buNone/>
              <a:tabLst/>
              <a:defRPr/>
            </a:pP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6" name="Pfeil nach rechts 3">
            <a:extLst>
              <a:ext uri="{FF2B5EF4-FFF2-40B4-BE49-F238E27FC236}">
                <a16:creationId xmlns:a16="http://schemas.microsoft.com/office/drawing/2014/main" id="{3FC38A81-E916-3577-1B80-DB34A8CE29DF}"/>
              </a:ext>
            </a:extLst>
          </p:cNvPr>
          <p:cNvSpPr/>
          <p:nvPr userDrawn="1"/>
        </p:nvSpPr>
        <p:spPr>
          <a:xfrm>
            <a:off x="344034" y="5517759"/>
            <a:ext cx="1518419" cy="1005723"/>
          </a:xfrm>
          <a:prstGeom prst="rightArrow">
            <a:avLst>
              <a:gd name="adj1" fmla="val 100000"/>
              <a:gd name="adj2" fmla="val 28856"/>
            </a:avLst>
          </a:prstGeom>
          <a:solidFill>
            <a:srgbClr val="ADC22D"/>
          </a:solidFill>
          <a:ln w="38100">
            <a:solidFill>
              <a:srgbClr val="283F6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white"/>
              </a:solidFill>
              <a:effectLst/>
              <a:uLnTx/>
              <a:uFillTx/>
              <a:latin typeface="Arial"/>
              <a:cs typeface="Arial"/>
            </a:endParaRPr>
          </a:p>
        </p:txBody>
      </p:sp>
      <p:sp>
        <p:nvSpPr>
          <p:cNvPr id="7" name="Rechteck 6">
            <a:extLst>
              <a:ext uri="{FF2B5EF4-FFF2-40B4-BE49-F238E27FC236}">
                <a16:creationId xmlns:a16="http://schemas.microsoft.com/office/drawing/2014/main" id="{6BECE80D-9798-E528-5769-E1B80B81D962}"/>
              </a:ext>
            </a:extLst>
          </p:cNvPr>
          <p:cNvSpPr/>
          <p:nvPr userDrawn="1"/>
        </p:nvSpPr>
        <p:spPr>
          <a:xfrm>
            <a:off x="8113714" y="3164620"/>
            <a:ext cx="3724274" cy="1000125"/>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Projektdauer</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8" name="Rechteck 7">
            <a:extLst>
              <a:ext uri="{FF2B5EF4-FFF2-40B4-BE49-F238E27FC236}">
                <a16:creationId xmlns:a16="http://schemas.microsoft.com/office/drawing/2014/main" id="{C4997876-2F05-1383-7BEE-6DFDCD8FC30D}"/>
              </a:ext>
            </a:extLst>
          </p:cNvPr>
          <p:cNvSpPr/>
          <p:nvPr userDrawn="1"/>
        </p:nvSpPr>
        <p:spPr>
          <a:xfrm>
            <a:off x="8129519" y="4310808"/>
            <a:ext cx="3724274" cy="1008063"/>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Smart Projektteam</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9" name="Rechteck 8">
            <a:extLst>
              <a:ext uri="{FF2B5EF4-FFF2-40B4-BE49-F238E27FC236}">
                <a16:creationId xmlns:a16="http://schemas.microsoft.com/office/drawing/2014/main" id="{D26A8721-66F9-1AF7-860C-D61C54278570}"/>
              </a:ext>
            </a:extLst>
          </p:cNvPr>
          <p:cNvSpPr/>
          <p:nvPr userDrawn="1"/>
        </p:nvSpPr>
        <p:spPr>
          <a:xfrm>
            <a:off x="8128893" y="5473344"/>
            <a:ext cx="3724274" cy="1019531"/>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Technisches Umfeld</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grpSp>
        <p:nvGrpSpPr>
          <p:cNvPr id="48" name="Gruppieren 47">
            <a:extLst>
              <a:ext uri="{FF2B5EF4-FFF2-40B4-BE49-F238E27FC236}">
                <a16:creationId xmlns:a16="http://schemas.microsoft.com/office/drawing/2014/main" id="{CEC861F1-D780-0502-F42B-62712C8C1E67}"/>
              </a:ext>
            </a:extLst>
          </p:cNvPr>
          <p:cNvGrpSpPr/>
          <p:nvPr userDrawn="1"/>
        </p:nvGrpSpPr>
        <p:grpSpPr>
          <a:xfrm>
            <a:off x="642596" y="5922248"/>
            <a:ext cx="649994" cy="505337"/>
            <a:chOff x="9993560" y="3509123"/>
            <a:chExt cx="730250" cy="567732"/>
          </a:xfrm>
          <a:solidFill>
            <a:schemeClr val="bg1"/>
          </a:solidFill>
        </p:grpSpPr>
        <p:grpSp>
          <p:nvGrpSpPr>
            <p:cNvPr id="49" name="Gruppieren 48">
              <a:extLst>
                <a:ext uri="{FF2B5EF4-FFF2-40B4-BE49-F238E27FC236}">
                  <a16:creationId xmlns:a16="http://schemas.microsoft.com/office/drawing/2014/main" id="{4932B178-F3A4-2370-FDBC-8B7ED3D12C78}"/>
                </a:ext>
              </a:extLst>
            </p:cNvPr>
            <p:cNvGrpSpPr/>
            <p:nvPr/>
          </p:nvGrpSpPr>
          <p:grpSpPr>
            <a:xfrm>
              <a:off x="9993560" y="3814917"/>
              <a:ext cx="730250" cy="261938"/>
              <a:chOff x="4121151" y="6089650"/>
              <a:chExt cx="730250" cy="261938"/>
            </a:xfrm>
            <a:grpFill/>
          </p:grpSpPr>
          <p:sp>
            <p:nvSpPr>
              <p:cNvPr id="54" name="Freeform 146">
                <a:extLst>
                  <a:ext uri="{FF2B5EF4-FFF2-40B4-BE49-F238E27FC236}">
                    <a16:creationId xmlns:a16="http://schemas.microsoft.com/office/drawing/2014/main" id="{BC72F632-7573-D0E9-F6D1-0B4319D0099B}"/>
                  </a:ext>
                </a:extLst>
              </p:cNvPr>
              <p:cNvSpPr>
                <a:spLocks noEditPoints="1"/>
              </p:cNvSpPr>
              <p:nvPr/>
            </p:nvSpPr>
            <p:spPr bwMode="auto">
              <a:xfrm>
                <a:off x="4121151" y="6107113"/>
                <a:ext cx="730250" cy="244475"/>
              </a:xfrm>
              <a:custGeom>
                <a:avLst/>
                <a:gdLst>
                  <a:gd name="T0" fmla="*/ 1916 w 1992"/>
                  <a:gd name="T1" fmla="*/ 72 h 668"/>
                  <a:gd name="T2" fmla="*/ 1779 w 1992"/>
                  <a:gd name="T3" fmla="*/ 125 h 668"/>
                  <a:gd name="T4" fmla="*/ 1526 w 1992"/>
                  <a:gd name="T5" fmla="*/ 278 h 668"/>
                  <a:gd name="T6" fmla="*/ 1509 w 1992"/>
                  <a:gd name="T7" fmla="*/ 289 h 668"/>
                  <a:gd name="T8" fmla="*/ 1408 w 1992"/>
                  <a:gd name="T9" fmla="*/ 332 h 668"/>
                  <a:gd name="T10" fmla="*/ 909 w 1992"/>
                  <a:gd name="T11" fmla="*/ 382 h 668"/>
                  <a:gd name="T12" fmla="*/ 892 w 1992"/>
                  <a:gd name="T13" fmla="*/ 383 h 668"/>
                  <a:gd name="T14" fmla="*/ 865 w 1992"/>
                  <a:gd name="T15" fmla="*/ 361 h 668"/>
                  <a:gd name="T16" fmla="*/ 888 w 1992"/>
                  <a:gd name="T17" fmla="*/ 332 h 668"/>
                  <a:gd name="T18" fmla="*/ 1328 w 1992"/>
                  <a:gd name="T19" fmla="*/ 288 h 668"/>
                  <a:gd name="T20" fmla="*/ 1410 w 1992"/>
                  <a:gd name="T21" fmla="*/ 183 h 668"/>
                  <a:gd name="T22" fmla="*/ 1309 w 1992"/>
                  <a:gd name="T23" fmla="*/ 97 h 668"/>
                  <a:gd name="T24" fmla="*/ 918 w 1992"/>
                  <a:gd name="T25" fmla="*/ 92 h 668"/>
                  <a:gd name="T26" fmla="*/ 823 w 1992"/>
                  <a:gd name="T27" fmla="*/ 77 h 668"/>
                  <a:gd name="T28" fmla="*/ 352 w 1992"/>
                  <a:gd name="T29" fmla="*/ 105 h 668"/>
                  <a:gd name="T30" fmla="*/ 268 w 1992"/>
                  <a:gd name="T31" fmla="*/ 60 h 668"/>
                  <a:gd name="T32" fmla="*/ 99 w 1992"/>
                  <a:gd name="T33" fmla="*/ 72 h 668"/>
                  <a:gd name="T34" fmla="*/ 4 w 1992"/>
                  <a:gd name="T35" fmla="*/ 180 h 668"/>
                  <a:gd name="T36" fmla="*/ 31 w 1992"/>
                  <a:gd name="T37" fmla="*/ 569 h 668"/>
                  <a:gd name="T38" fmla="*/ 140 w 1992"/>
                  <a:gd name="T39" fmla="*/ 664 h 668"/>
                  <a:gd name="T40" fmla="*/ 309 w 1992"/>
                  <a:gd name="T41" fmla="*/ 652 h 668"/>
                  <a:gd name="T42" fmla="*/ 386 w 1992"/>
                  <a:gd name="T43" fmla="*/ 596 h 668"/>
                  <a:gd name="T44" fmla="*/ 1128 w 1992"/>
                  <a:gd name="T45" fmla="*/ 629 h 668"/>
                  <a:gd name="T46" fmla="*/ 1361 w 1992"/>
                  <a:gd name="T47" fmla="*/ 588 h 668"/>
                  <a:gd name="T48" fmla="*/ 1382 w 1992"/>
                  <a:gd name="T49" fmla="*/ 577 h 668"/>
                  <a:gd name="T50" fmla="*/ 1942 w 1992"/>
                  <a:gd name="T51" fmla="*/ 237 h 668"/>
                  <a:gd name="T52" fmla="*/ 1990 w 1992"/>
                  <a:gd name="T53" fmla="*/ 159 h 668"/>
                  <a:gd name="T54" fmla="*/ 1916 w 1992"/>
                  <a:gd name="T55" fmla="*/ 72 h 668"/>
                  <a:gd name="T56" fmla="*/ 202 w 1992"/>
                  <a:gd name="T57" fmla="*/ 572 h 668"/>
                  <a:gd name="T58" fmla="*/ 144 w 1992"/>
                  <a:gd name="T59" fmla="*/ 514 h 668"/>
                  <a:gd name="T60" fmla="*/ 202 w 1992"/>
                  <a:gd name="T61" fmla="*/ 457 h 668"/>
                  <a:gd name="T62" fmla="*/ 259 w 1992"/>
                  <a:gd name="T63" fmla="*/ 514 h 668"/>
                  <a:gd name="T64" fmla="*/ 202 w 1992"/>
                  <a:gd name="T65" fmla="*/ 572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992" h="668">
                    <a:moveTo>
                      <a:pt x="1916" y="72"/>
                    </a:moveTo>
                    <a:cubicBezTo>
                      <a:pt x="1879" y="69"/>
                      <a:pt x="1800" y="114"/>
                      <a:pt x="1779" y="125"/>
                    </a:cubicBezTo>
                    <a:cubicBezTo>
                      <a:pt x="1702" y="165"/>
                      <a:pt x="1596" y="228"/>
                      <a:pt x="1526" y="278"/>
                    </a:cubicBezTo>
                    <a:cubicBezTo>
                      <a:pt x="1521" y="281"/>
                      <a:pt x="1514" y="285"/>
                      <a:pt x="1509" y="289"/>
                    </a:cubicBezTo>
                    <a:cubicBezTo>
                      <a:pt x="1478" y="310"/>
                      <a:pt x="1445" y="324"/>
                      <a:pt x="1408" y="332"/>
                    </a:cubicBezTo>
                    <a:cubicBezTo>
                      <a:pt x="1205" y="377"/>
                      <a:pt x="909" y="382"/>
                      <a:pt x="909" y="382"/>
                    </a:cubicBezTo>
                    <a:cubicBezTo>
                      <a:pt x="892" y="383"/>
                      <a:pt x="892" y="383"/>
                      <a:pt x="892" y="383"/>
                    </a:cubicBezTo>
                    <a:cubicBezTo>
                      <a:pt x="879" y="383"/>
                      <a:pt x="867" y="374"/>
                      <a:pt x="865" y="361"/>
                    </a:cubicBezTo>
                    <a:cubicBezTo>
                      <a:pt x="863" y="346"/>
                      <a:pt x="873" y="333"/>
                      <a:pt x="888" y="332"/>
                    </a:cubicBezTo>
                    <a:cubicBezTo>
                      <a:pt x="1328" y="288"/>
                      <a:pt x="1328" y="288"/>
                      <a:pt x="1328" y="288"/>
                    </a:cubicBezTo>
                    <a:cubicBezTo>
                      <a:pt x="1376" y="283"/>
                      <a:pt x="1415" y="236"/>
                      <a:pt x="1410" y="183"/>
                    </a:cubicBezTo>
                    <a:cubicBezTo>
                      <a:pt x="1405" y="130"/>
                      <a:pt x="1357" y="91"/>
                      <a:pt x="1309" y="97"/>
                    </a:cubicBezTo>
                    <a:cubicBezTo>
                      <a:pt x="918" y="92"/>
                      <a:pt x="918" y="92"/>
                      <a:pt x="918" y="92"/>
                    </a:cubicBezTo>
                    <a:cubicBezTo>
                      <a:pt x="891" y="91"/>
                      <a:pt x="848" y="84"/>
                      <a:pt x="823" y="77"/>
                    </a:cubicBezTo>
                    <a:cubicBezTo>
                      <a:pt x="570" y="0"/>
                      <a:pt x="428" y="72"/>
                      <a:pt x="352" y="105"/>
                    </a:cubicBezTo>
                    <a:cubicBezTo>
                      <a:pt x="336" y="76"/>
                      <a:pt x="304" y="58"/>
                      <a:pt x="268" y="60"/>
                    </a:cubicBezTo>
                    <a:cubicBezTo>
                      <a:pt x="99" y="72"/>
                      <a:pt x="99" y="72"/>
                      <a:pt x="99" y="72"/>
                    </a:cubicBezTo>
                    <a:cubicBezTo>
                      <a:pt x="43" y="76"/>
                      <a:pt x="0" y="124"/>
                      <a:pt x="4" y="180"/>
                    </a:cubicBezTo>
                    <a:cubicBezTo>
                      <a:pt x="31" y="569"/>
                      <a:pt x="31" y="569"/>
                      <a:pt x="31" y="569"/>
                    </a:cubicBezTo>
                    <a:cubicBezTo>
                      <a:pt x="35" y="625"/>
                      <a:pt x="84" y="668"/>
                      <a:pt x="140" y="664"/>
                    </a:cubicBezTo>
                    <a:cubicBezTo>
                      <a:pt x="309" y="652"/>
                      <a:pt x="309" y="652"/>
                      <a:pt x="309" y="652"/>
                    </a:cubicBezTo>
                    <a:cubicBezTo>
                      <a:pt x="344" y="650"/>
                      <a:pt x="374" y="627"/>
                      <a:pt x="386" y="596"/>
                    </a:cubicBezTo>
                    <a:cubicBezTo>
                      <a:pt x="1128" y="629"/>
                      <a:pt x="1128" y="629"/>
                      <a:pt x="1128" y="629"/>
                    </a:cubicBezTo>
                    <a:cubicBezTo>
                      <a:pt x="1210" y="638"/>
                      <a:pt x="1288" y="628"/>
                      <a:pt x="1361" y="588"/>
                    </a:cubicBezTo>
                    <a:cubicBezTo>
                      <a:pt x="1382" y="577"/>
                      <a:pt x="1382" y="577"/>
                      <a:pt x="1382" y="577"/>
                    </a:cubicBezTo>
                    <a:cubicBezTo>
                      <a:pt x="1942" y="237"/>
                      <a:pt x="1942" y="237"/>
                      <a:pt x="1942" y="237"/>
                    </a:cubicBezTo>
                    <a:cubicBezTo>
                      <a:pt x="1970" y="220"/>
                      <a:pt x="1989" y="191"/>
                      <a:pt x="1990" y="159"/>
                    </a:cubicBezTo>
                    <a:cubicBezTo>
                      <a:pt x="1992" y="120"/>
                      <a:pt x="1970" y="76"/>
                      <a:pt x="1916" y="72"/>
                    </a:cubicBezTo>
                    <a:moveTo>
                      <a:pt x="202" y="572"/>
                    </a:moveTo>
                    <a:cubicBezTo>
                      <a:pt x="170" y="572"/>
                      <a:pt x="144" y="546"/>
                      <a:pt x="144" y="514"/>
                    </a:cubicBezTo>
                    <a:cubicBezTo>
                      <a:pt x="144" y="483"/>
                      <a:pt x="170" y="457"/>
                      <a:pt x="202" y="457"/>
                    </a:cubicBezTo>
                    <a:cubicBezTo>
                      <a:pt x="234" y="457"/>
                      <a:pt x="259" y="483"/>
                      <a:pt x="259" y="514"/>
                    </a:cubicBezTo>
                    <a:cubicBezTo>
                      <a:pt x="259" y="546"/>
                      <a:pt x="234" y="572"/>
                      <a:pt x="202" y="5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5" name="Freeform 147">
                <a:extLst>
                  <a:ext uri="{FF2B5EF4-FFF2-40B4-BE49-F238E27FC236}">
                    <a16:creationId xmlns:a16="http://schemas.microsoft.com/office/drawing/2014/main" id="{9606EE2E-DCC8-8386-0230-3A276F4F189F}"/>
                  </a:ext>
                </a:extLst>
              </p:cNvPr>
              <p:cNvSpPr>
                <a:spLocks/>
              </p:cNvSpPr>
              <p:nvPr/>
            </p:nvSpPr>
            <p:spPr bwMode="auto">
              <a:xfrm>
                <a:off x="4667251" y="6107113"/>
                <a:ext cx="120650" cy="74613"/>
              </a:xfrm>
              <a:custGeom>
                <a:avLst/>
                <a:gdLst>
                  <a:gd name="T0" fmla="*/ 0 w 330"/>
                  <a:gd name="T1" fmla="*/ 132 h 204"/>
                  <a:gd name="T2" fmla="*/ 8 w 330"/>
                  <a:gd name="T3" fmla="*/ 172 h 204"/>
                  <a:gd name="T4" fmla="*/ 9 w 330"/>
                  <a:gd name="T5" fmla="*/ 204 h 204"/>
                  <a:gd name="T6" fmla="*/ 26 w 330"/>
                  <a:gd name="T7" fmla="*/ 192 h 204"/>
                  <a:gd name="T8" fmla="*/ 267 w 330"/>
                  <a:gd name="T9" fmla="*/ 50 h 204"/>
                  <a:gd name="T10" fmla="*/ 330 w 330"/>
                  <a:gd name="T11" fmla="*/ 21 h 204"/>
                  <a:gd name="T12" fmla="*/ 239 w 330"/>
                  <a:gd name="T13" fmla="*/ 13 h 204"/>
                  <a:gd name="T14" fmla="*/ 1 w 330"/>
                  <a:gd name="T15" fmla="*/ 130 h 204"/>
                  <a:gd name="T16" fmla="*/ 0 w 330"/>
                  <a:gd name="T17" fmla="*/ 13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0" h="204">
                    <a:moveTo>
                      <a:pt x="0" y="132"/>
                    </a:moveTo>
                    <a:cubicBezTo>
                      <a:pt x="4" y="145"/>
                      <a:pt x="7" y="158"/>
                      <a:pt x="8" y="172"/>
                    </a:cubicBezTo>
                    <a:cubicBezTo>
                      <a:pt x="9" y="183"/>
                      <a:pt x="9" y="194"/>
                      <a:pt x="9" y="204"/>
                    </a:cubicBezTo>
                    <a:cubicBezTo>
                      <a:pt x="14" y="200"/>
                      <a:pt x="20" y="196"/>
                      <a:pt x="26" y="192"/>
                    </a:cubicBezTo>
                    <a:cubicBezTo>
                      <a:pt x="83" y="150"/>
                      <a:pt x="200" y="84"/>
                      <a:pt x="267" y="50"/>
                    </a:cubicBezTo>
                    <a:cubicBezTo>
                      <a:pt x="287" y="39"/>
                      <a:pt x="308" y="29"/>
                      <a:pt x="330" y="21"/>
                    </a:cubicBezTo>
                    <a:cubicBezTo>
                      <a:pt x="301" y="1"/>
                      <a:pt x="271" y="0"/>
                      <a:pt x="239" y="13"/>
                    </a:cubicBezTo>
                    <a:cubicBezTo>
                      <a:pt x="176" y="38"/>
                      <a:pt x="60" y="96"/>
                      <a:pt x="1" y="130"/>
                    </a:cubicBezTo>
                    <a:cubicBezTo>
                      <a:pt x="0" y="131"/>
                      <a:pt x="0" y="132"/>
                      <a:pt x="0" y="13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6" name="Freeform 148">
                <a:extLst>
                  <a:ext uri="{FF2B5EF4-FFF2-40B4-BE49-F238E27FC236}">
                    <a16:creationId xmlns:a16="http://schemas.microsoft.com/office/drawing/2014/main" id="{02C19A57-9124-1865-687D-ECAEF20959B1}"/>
                  </a:ext>
                </a:extLst>
              </p:cNvPr>
              <p:cNvSpPr>
                <a:spLocks/>
              </p:cNvSpPr>
              <p:nvPr/>
            </p:nvSpPr>
            <p:spPr bwMode="auto">
              <a:xfrm>
                <a:off x="4638676" y="6089650"/>
                <a:ext cx="93663" cy="44450"/>
              </a:xfrm>
              <a:custGeom>
                <a:avLst/>
                <a:gdLst>
                  <a:gd name="T0" fmla="*/ 44 w 255"/>
                  <a:gd name="T1" fmla="*/ 119 h 119"/>
                  <a:gd name="T2" fmla="*/ 51 w 255"/>
                  <a:gd name="T3" fmla="*/ 114 h 119"/>
                  <a:gd name="T4" fmla="*/ 80 w 255"/>
                  <a:gd name="T5" fmla="*/ 98 h 119"/>
                  <a:gd name="T6" fmla="*/ 255 w 255"/>
                  <a:gd name="T7" fmla="*/ 21 h 119"/>
                  <a:gd name="T8" fmla="*/ 164 w 255"/>
                  <a:gd name="T9" fmla="*/ 13 h 119"/>
                  <a:gd name="T10" fmla="*/ 0 w 255"/>
                  <a:gd name="T11" fmla="*/ 80 h 119"/>
                  <a:gd name="T12" fmla="*/ 44 w 255"/>
                  <a:gd name="T13" fmla="*/ 119 h 119"/>
                </a:gdLst>
                <a:ahLst/>
                <a:cxnLst>
                  <a:cxn ang="0">
                    <a:pos x="T0" y="T1"/>
                  </a:cxn>
                  <a:cxn ang="0">
                    <a:pos x="T2" y="T3"/>
                  </a:cxn>
                  <a:cxn ang="0">
                    <a:pos x="T4" y="T5"/>
                  </a:cxn>
                  <a:cxn ang="0">
                    <a:pos x="T6" y="T7"/>
                  </a:cxn>
                  <a:cxn ang="0">
                    <a:pos x="T8" y="T9"/>
                  </a:cxn>
                  <a:cxn ang="0">
                    <a:pos x="T10" y="T11"/>
                  </a:cxn>
                  <a:cxn ang="0">
                    <a:pos x="T12" y="T13"/>
                  </a:cxn>
                </a:cxnLst>
                <a:rect l="0" t="0" r="r" b="b"/>
                <a:pathLst>
                  <a:path w="255" h="119">
                    <a:moveTo>
                      <a:pt x="44" y="119"/>
                    </a:moveTo>
                    <a:cubicBezTo>
                      <a:pt x="46" y="117"/>
                      <a:pt x="49" y="115"/>
                      <a:pt x="51" y="114"/>
                    </a:cubicBezTo>
                    <a:cubicBezTo>
                      <a:pt x="80" y="98"/>
                      <a:pt x="80" y="98"/>
                      <a:pt x="80" y="98"/>
                    </a:cubicBezTo>
                    <a:cubicBezTo>
                      <a:pt x="121" y="74"/>
                      <a:pt x="209" y="42"/>
                      <a:pt x="255" y="21"/>
                    </a:cubicBezTo>
                    <a:cubicBezTo>
                      <a:pt x="226" y="1"/>
                      <a:pt x="196" y="0"/>
                      <a:pt x="164" y="13"/>
                    </a:cubicBezTo>
                    <a:cubicBezTo>
                      <a:pt x="125" y="29"/>
                      <a:pt x="38" y="59"/>
                      <a:pt x="0" y="80"/>
                    </a:cubicBezTo>
                    <a:cubicBezTo>
                      <a:pt x="16" y="90"/>
                      <a:pt x="31" y="104"/>
                      <a:pt x="44"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50" name="Gruppieren 49">
              <a:extLst>
                <a:ext uri="{FF2B5EF4-FFF2-40B4-BE49-F238E27FC236}">
                  <a16:creationId xmlns:a16="http://schemas.microsoft.com/office/drawing/2014/main" id="{8E36721B-2107-F076-0408-3270DBDA7EF2}"/>
                </a:ext>
              </a:extLst>
            </p:cNvPr>
            <p:cNvGrpSpPr/>
            <p:nvPr/>
          </p:nvGrpSpPr>
          <p:grpSpPr>
            <a:xfrm>
              <a:off x="10141157" y="3509123"/>
              <a:ext cx="352034" cy="306893"/>
              <a:chOff x="2988351" y="4816520"/>
              <a:chExt cx="426115" cy="371475"/>
            </a:xfrm>
            <a:grpFill/>
          </p:grpSpPr>
          <p:sp>
            <p:nvSpPr>
              <p:cNvPr id="51" name="Freeform 230">
                <a:extLst>
                  <a:ext uri="{FF2B5EF4-FFF2-40B4-BE49-F238E27FC236}">
                    <a16:creationId xmlns:a16="http://schemas.microsoft.com/office/drawing/2014/main" id="{90C55F82-4C32-B350-BAE3-DEFAD72B5C46}"/>
                  </a:ext>
                </a:extLst>
              </p:cNvPr>
              <p:cNvSpPr>
                <a:spLocks/>
              </p:cNvSpPr>
              <p:nvPr/>
            </p:nvSpPr>
            <p:spPr bwMode="auto">
              <a:xfrm>
                <a:off x="3296991" y="4995908"/>
                <a:ext cx="117475" cy="192087"/>
              </a:xfrm>
              <a:custGeom>
                <a:avLst/>
                <a:gdLst>
                  <a:gd name="T0" fmla="*/ 0 w 321"/>
                  <a:gd name="T1" fmla="*/ 78 h 523"/>
                  <a:gd name="T2" fmla="*/ 0 w 321"/>
                  <a:gd name="T3" fmla="*/ 444 h 523"/>
                  <a:gd name="T4" fmla="*/ 68 w 321"/>
                  <a:gd name="T5" fmla="*/ 523 h 523"/>
                  <a:gd name="T6" fmla="*/ 253 w 321"/>
                  <a:gd name="T7" fmla="*/ 523 h 523"/>
                  <a:gd name="T8" fmla="*/ 321 w 321"/>
                  <a:gd name="T9" fmla="*/ 444 h 523"/>
                  <a:gd name="T10" fmla="*/ 321 w 321"/>
                  <a:gd name="T11" fmla="*/ 78 h 523"/>
                  <a:gd name="T12" fmla="*/ 253 w 321"/>
                  <a:gd name="T13" fmla="*/ 0 h 523"/>
                  <a:gd name="T14" fmla="*/ 68 w 321"/>
                  <a:gd name="T15" fmla="*/ 0 h 523"/>
                  <a:gd name="T16" fmla="*/ 0 w 321"/>
                  <a:gd name="T17" fmla="*/ 78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523">
                    <a:moveTo>
                      <a:pt x="0" y="78"/>
                    </a:moveTo>
                    <a:cubicBezTo>
                      <a:pt x="0" y="444"/>
                      <a:pt x="0" y="444"/>
                      <a:pt x="0" y="444"/>
                    </a:cubicBezTo>
                    <a:cubicBezTo>
                      <a:pt x="0" y="487"/>
                      <a:pt x="30" y="523"/>
                      <a:pt x="68" y="523"/>
                    </a:cubicBezTo>
                    <a:cubicBezTo>
                      <a:pt x="253" y="523"/>
                      <a:pt x="253" y="523"/>
                      <a:pt x="253" y="523"/>
                    </a:cubicBezTo>
                    <a:cubicBezTo>
                      <a:pt x="290" y="523"/>
                      <a:pt x="321" y="487"/>
                      <a:pt x="321" y="444"/>
                    </a:cubicBezTo>
                    <a:cubicBezTo>
                      <a:pt x="321" y="78"/>
                      <a:pt x="321" y="78"/>
                      <a:pt x="321" y="78"/>
                    </a:cubicBezTo>
                    <a:cubicBezTo>
                      <a:pt x="321" y="35"/>
                      <a:pt x="290" y="0"/>
                      <a:pt x="253" y="0"/>
                    </a:cubicBezTo>
                    <a:cubicBezTo>
                      <a:pt x="68" y="0"/>
                      <a:pt x="68" y="0"/>
                      <a:pt x="68" y="0"/>
                    </a:cubicBezTo>
                    <a:cubicBezTo>
                      <a:pt x="30" y="0"/>
                      <a:pt x="0" y="35"/>
                      <a:pt x="0" y="7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2" name="Freeform 231">
                <a:extLst>
                  <a:ext uri="{FF2B5EF4-FFF2-40B4-BE49-F238E27FC236}">
                    <a16:creationId xmlns:a16="http://schemas.microsoft.com/office/drawing/2014/main" id="{17CEFE42-E38B-B126-70FA-ABD1D5D88BF7}"/>
                  </a:ext>
                </a:extLst>
              </p:cNvPr>
              <p:cNvSpPr>
                <a:spLocks/>
              </p:cNvSpPr>
              <p:nvPr/>
            </p:nvSpPr>
            <p:spPr bwMode="auto">
              <a:xfrm>
                <a:off x="2988351" y="4930820"/>
                <a:ext cx="117475" cy="257175"/>
              </a:xfrm>
              <a:custGeom>
                <a:avLst/>
                <a:gdLst>
                  <a:gd name="T0" fmla="*/ 0 w 321"/>
                  <a:gd name="T1" fmla="*/ 75 h 698"/>
                  <a:gd name="T2" fmla="*/ 0 w 321"/>
                  <a:gd name="T3" fmla="*/ 623 h 698"/>
                  <a:gd name="T4" fmla="*/ 69 w 321"/>
                  <a:gd name="T5" fmla="*/ 698 h 698"/>
                  <a:gd name="T6" fmla="*/ 253 w 321"/>
                  <a:gd name="T7" fmla="*/ 698 h 698"/>
                  <a:gd name="T8" fmla="*/ 321 w 321"/>
                  <a:gd name="T9" fmla="*/ 623 h 698"/>
                  <a:gd name="T10" fmla="*/ 321 w 321"/>
                  <a:gd name="T11" fmla="*/ 75 h 698"/>
                  <a:gd name="T12" fmla="*/ 253 w 321"/>
                  <a:gd name="T13" fmla="*/ 0 h 698"/>
                  <a:gd name="T14" fmla="*/ 69 w 321"/>
                  <a:gd name="T15" fmla="*/ 0 h 698"/>
                  <a:gd name="T16" fmla="*/ 0 w 321"/>
                  <a:gd name="T17" fmla="*/ 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698">
                    <a:moveTo>
                      <a:pt x="0" y="75"/>
                    </a:moveTo>
                    <a:cubicBezTo>
                      <a:pt x="0" y="623"/>
                      <a:pt x="0" y="623"/>
                      <a:pt x="0" y="623"/>
                    </a:cubicBezTo>
                    <a:cubicBezTo>
                      <a:pt x="0" y="664"/>
                      <a:pt x="31" y="698"/>
                      <a:pt x="69" y="698"/>
                    </a:cubicBezTo>
                    <a:cubicBezTo>
                      <a:pt x="253" y="698"/>
                      <a:pt x="253" y="698"/>
                      <a:pt x="253" y="698"/>
                    </a:cubicBezTo>
                    <a:cubicBezTo>
                      <a:pt x="291" y="698"/>
                      <a:pt x="321" y="664"/>
                      <a:pt x="321" y="623"/>
                    </a:cubicBezTo>
                    <a:cubicBezTo>
                      <a:pt x="321" y="75"/>
                      <a:pt x="321" y="75"/>
                      <a:pt x="321" y="75"/>
                    </a:cubicBezTo>
                    <a:cubicBezTo>
                      <a:pt x="321" y="34"/>
                      <a:pt x="291" y="0"/>
                      <a:pt x="253" y="0"/>
                    </a:cubicBezTo>
                    <a:cubicBezTo>
                      <a:pt x="69" y="0"/>
                      <a:pt x="69" y="0"/>
                      <a:pt x="69" y="0"/>
                    </a:cubicBezTo>
                    <a:cubicBezTo>
                      <a:pt x="31" y="0"/>
                      <a:pt x="0" y="34"/>
                      <a:pt x="0" y="7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3" name="Freeform 232">
                <a:extLst>
                  <a:ext uri="{FF2B5EF4-FFF2-40B4-BE49-F238E27FC236}">
                    <a16:creationId xmlns:a16="http://schemas.microsoft.com/office/drawing/2014/main" id="{CCDBCAD6-8CB5-729C-F87B-95B2B44BD4BB}"/>
                  </a:ext>
                </a:extLst>
              </p:cNvPr>
              <p:cNvSpPr>
                <a:spLocks/>
              </p:cNvSpPr>
              <p:nvPr/>
            </p:nvSpPr>
            <p:spPr bwMode="auto">
              <a:xfrm>
                <a:off x="3142671" y="4816520"/>
                <a:ext cx="117475" cy="371475"/>
              </a:xfrm>
              <a:custGeom>
                <a:avLst/>
                <a:gdLst>
                  <a:gd name="T0" fmla="*/ 0 w 321"/>
                  <a:gd name="T1" fmla="*/ 72 h 1012"/>
                  <a:gd name="T2" fmla="*/ 0 w 321"/>
                  <a:gd name="T3" fmla="*/ 939 h 1012"/>
                  <a:gd name="T4" fmla="*/ 68 w 321"/>
                  <a:gd name="T5" fmla="*/ 1012 h 1012"/>
                  <a:gd name="T6" fmla="*/ 253 w 321"/>
                  <a:gd name="T7" fmla="*/ 1012 h 1012"/>
                  <a:gd name="T8" fmla="*/ 321 w 321"/>
                  <a:gd name="T9" fmla="*/ 939 h 1012"/>
                  <a:gd name="T10" fmla="*/ 321 w 321"/>
                  <a:gd name="T11" fmla="*/ 72 h 1012"/>
                  <a:gd name="T12" fmla="*/ 253 w 321"/>
                  <a:gd name="T13" fmla="*/ 0 h 1012"/>
                  <a:gd name="T14" fmla="*/ 68 w 321"/>
                  <a:gd name="T15" fmla="*/ 0 h 1012"/>
                  <a:gd name="T16" fmla="*/ 0 w 321"/>
                  <a:gd name="T17" fmla="*/ 72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1012">
                    <a:moveTo>
                      <a:pt x="0" y="72"/>
                    </a:moveTo>
                    <a:cubicBezTo>
                      <a:pt x="0" y="939"/>
                      <a:pt x="0" y="939"/>
                      <a:pt x="0" y="939"/>
                    </a:cubicBezTo>
                    <a:cubicBezTo>
                      <a:pt x="0" y="979"/>
                      <a:pt x="30" y="1012"/>
                      <a:pt x="68" y="1012"/>
                    </a:cubicBezTo>
                    <a:cubicBezTo>
                      <a:pt x="253" y="1012"/>
                      <a:pt x="253" y="1012"/>
                      <a:pt x="253" y="1012"/>
                    </a:cubicBezTo>
                    <a:cubicBezTo>
                      <a:pt x="290" y="1012"/>
                      <a:pt x="321" y="979"/>
                      <a:pt x="321" y="939"/>
                    </a:cubicBezTo>
                    <a:cubicBezTo>
                      <a:pt x="321" y="72"/>
                      <a:pt x="321" y="72"/>
                      <a:pt x="321" y="72"/>
                    </a:cubicBezTo>
                    <a:cubicBezTo>
                      <a:pt x="321" y="32"/>
                      <a:pt x="290" y="0"/>
                      <a:pt x="253" y="0"/>
                    </a:cubicBezTo>
                    <a:cubicBezTo>
                      <a:pt x="68" y="0"/>
                      <a:pt x="68" y="0"/>
                      <a:pt x="68" y="0"/>
                    </a:cubicBezTo>
                    <a:cubicBezTo>
                      <a:pt x="30" y="0"/>
                      <a:pt x="0" y="32"/>
                      <a:pt x="0" y="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sp>
        <p:nvSpPr>
          <p:cNvPr id="57" name="Rechteck 56">
            <a:extLst>
              <a:ext uri="{FF2B5EF4-FFF2-40B4-BE49-F238E27FC236}">
                <a16:creationId xmlns:a16="http://schemas.microsoft.com/office/drawing/2014/main" id="{CB791438-5849-CDFE-FE4F-A4200BCA3597}"/>
              </a:ext>
            </a:extLst>
          </p:cNvPr>
          <p:cNvSpPr/>
          <p:nvPr userDrawn="1"/>
        </p:nvSpPr>
        <p:spPr>
          <a:xfrm>
            <a:off x="438248" y="5558300"/>
            <a:ext cx="1013419" cy="342145"/>
          </a:xfrm>
          <a:prstGeom prst="rect">
            <a:avLst/>
          </a:prstGeom>
        </p:spPr>
        <p:txBody>
          <a:bodyPr wrap="none">
            <a:spAutoFit/>
          </a:bodyPr>
          <a:lstStyle/>
          <a:p>
            <a:pPr marL="0" marR="0" lvl="0" indent="0" algn="l" defTabSz="914400" rtl="0" eaLnBrk="1" fontAlgn="base" latinLnBrk="0" hangingPunct="1">
              <a:lnSpc>
                <a:spcPct val="110000"/>
              </a:lnSpc>
              <a:spcBef>
                <a:spcPts val="200"/>
              </a:spcBef>
              <a:spcAft>
                <a:spcPts val="100"/>
              </a:spcAft>
              <a:buClr>
                <a:srgbClr val="0060A9"/>
              </a:buClr>
              <a:buSzTx/>
              <a:buFontTx/>
              <a:buNone/>
              <a:tabLst/>
              <a:defRPr/>
            </a:pPr>
            <a:r>
              <a:rPr kumimoji="0" lang="de-DE" sz="1600" b="1" i="0" u="none" strike="noStrike" kern="1200" cap="all" spc="0" normalizeH="0" baseline="0" noProof="0" dirty="0">
                <a:ln>
                  <a:noFill/>
                </a:ln>
                <a:solidFill>
                  <a:prstClr val="white"/>
                </a:solidFill>
                <a:effectLst/>
                <a:uLnTx/>
                <a:uFillTx/>
                <a:latin typeface="Arial"/>
                <a:cs typeface="Arial"/>
              </a:rPr>
              <a:t>Nutzen</a:t>
            </a: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58" name="Bildplatzhalter 163">
            <a:extLst>
              <a:ext uri="{FF2B5EF4-FFF2-40B4-BE49-F238E27FC236}">
                <a16:creationId xmlns:a16="http://schemas.microsoft.com/office/drawing/2014/main" id="{9C216230-A84D-A55A-390E-AE6B4E7EFCA4}"/>
              </a:ext>
            </a:extLst>
          </p:cNvPr>
          <p:cNvSpPr>
            <a:spLocks noGrp="1"/>
          </p:cNvSpPr>
          <p:nvPr>
            <p:ph type="pic" sz="quarter" idx="12"/>
          </p:nvPr>
        </p:nvSpPr>
        <p:spPr>
          <a:xfrm>
            <a:off x="8128893" y="881063"/>
            <a:ext cx="3709095" cy="2109787"/>
          </a:xfrm>
        </p:spPr>
        <p:txBody>
          <a:bodyPr/>
          <a:lstStyle/>
          <a:p>
            <a:r>
              <a:rPr lang="de-DE"/>
              <a:t>Bild durch Klicken auf Symbol hinzufügen</a:t>
            </a:r>
          </a:p>
        </p:txBody>
      </p:sp>
      <p:grpSp>
        <p:nvGrpSpPr>
          <p:cNvPr id="59" name="Gruppieren 58">
            <a:extLst>
              <a:ext uri="{FF2B5EF4-FFF2-40B4-BE49-F238E27FC236}">
                <a16:creationId xmlns:a16="http://schemas.microsoft.com/office/drawing/2014/main" id="{8858FD78-63B3-E9C1-DC36-34D329E28790}"/>
              </a:ext>
            </a:extLst>
          </p:cNvPr>
          <p:cNvGrpSpPr/>
          <p:nvPr userDrawn="1"/>
        </p:nvGrpSpPr>
        <p:grpSpPr>
          <a:xfrm>
            <a:off x="288477" y="3415139"/>
            <a:ext cx="800101" cy="572561"/>
            <a:chOff x="433790" y="3511176"/>
            <a:chExt cx="800101" cy="572561"/>
          </a:xfrm>
        </p:grpSpPr>
        <p:grpSp>
          <p:nvGrpSpPr>
            <p:cNvPr id="60" name="Gruppieren 59">
              <a:extLst>
                <a:ext uri="{FF2B5EF4-FFF2-40B4-BE49-F238E27FC236}">
                  <a16:creationId xmlns:a16="http://schemas.microsoft.com/office/drawing/2014/main" id="{37FC0233-1835-0E54-51DC-1D37AEB0B9C0}"/>
                </a:ext>
              </a:extLst>
            </p:cNvPr>
            <p:cNvGrpSpPr/>
            <p:nvPr/>
          </p:nvGrpSpPr>
          <p:grpSpPr>
            <a:xfrm>
              <a:off x="433790" y="3511176"/>
              <a:ext cx="800101" cy="572561"/>
              <a:chOff x="4440238" y="2614613"/>
              <a:chExt cx="1027112" cy="735012"/>
            </a:xfrm>
          </p:grpSpPr>
          <p:sp>
            <p:nvSpPr>
              <p:cNvPr id="66" name="Freeform 32">
                <a:extLst>
                  <a:ext uri="{FF2B5EF4-FFF2-40B4-BE49-F238E27FC236}">
                    <a16:creationId xmlns:a16="http://schemas.microsoft.com/office/drawing/2014/main" id="{F95C2C77-4AF9-6C10-1EC8-D246A7A61ABC}"/>
                  </a:ext>
                </a:extLst>
              </p:cNvPr>
              <p:cNvSpPr>
                <a:spLocks/>
              </p:cNvSpPr>
              <p:nvPr/>
            </p:nvSpPr>
            <p:spPr bwMode="auto">
              <a:xfrm>
                <a:off x="4440238" y="2614613"/>
                <a:ext cx="1027112" cy="735012"/>
              </a:xfrm>
              <a:custGeom>
                <a:avLst/>
                <a:gdLst>
                  <a:gd name="T0" fmla="*/ 272 w 274"/>
                  <a:gd name="T1" fmla="*/ 169 h 196"/>
                  <a:gd name="T2" fmla="*/ 260 w 274"/>
                  <a:gd name="T3" fmla="*/ 154 h 196"/>
                  <a:gd name="T4" fmla="*/ 257 w 274"/>
                  <a:gd name="T5" fmla="*/ 145 h 196"/>
                  <a:gd name="T6" fmla="*/ 257 w 274"/>
                  <a:gd name="T7" fmla="*/ 24 h 196"/>
                  <a:gd name="T8" fmla="*/ 233 w 274"/>
                  <a:gd name="T9" fmla="*/ 0 h 196"/>
                  <a:gd name="T10" fmla="*/ 41 w 274"/>
                  <a:gd name="T11" fmla="*/ 0 h 196"/>
                  <a:gd name="T12" fmla="*/ 17 w 274"/>
                  <a:gd name="T13" fmla="*/ 24 h 196"/>
                  <a:gd name="T14" fmla="*/ 17 w 274"/>
                  <a:gd name="T15" fmla="*/ 145 h 196"/>
                  <a:gd name="T16" fmla="*/ 14 w 274"/>
                  <a:gd name="T17" fmla="*/ 154 h 196"/>
                  <a:gd name="T18" fmla="*/ 1 w 274"/>
                  <a:gd name="T19" fmla="*/ 169 h 196"/>
                  <a:gd name="T20" fmla="*/ 0 w 274"/>
                  <a:gd name="T21" fmla="*/ 173 h 196"/>
                  <a:gd name="T22" fmla="*/ 0 w 274"/>
                  <a:gd name="T23" fmla="*/ 180 h 196"/>
                  <a:gd name="T24" fmla="*/ 16 w 274"/>
                  <a:gd name="T25" fmla="*/ 196 h 196"/>
                  <a:gd name="T26" fmla="*/ 257 w 274"/>
                  <a:gd name="T27" fmla="*/ 196 h 196"/>
                  <a:gd name="T28" fmla="*/ 274 w 274"/>
                  <a:gd name="T29" fmla="*/ 180 h 196"/>
                  <a:gd name="T30" fmla="*/ 274 w 274"/>
                  <a:gd name="T31" fmla="*/ 173 h 196"/>
                  <a:gd name="T32" fmla="*/ 272 w 274"/>
                  <a:gd name="T33" fmla="*/ 169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4" h="196">
                    <a:moveTo>
                      <a:pt x="272" y="169"/>
                    </a:moveTo>
                    <a:cubicBezTo>
                      <a:pt x="260" y="154"/>
                      <a:pt x="260" y="154"/>
                      <a:pt x="260" y="154"/>
                    </a:cubicBezTo>
                    <a:cubicBezTo>
                      <a:pt x="258" y="151"/>
                      <a:pt x="257" y="148"/>
                      <a:pt x="257" y="145"/>
                    </a:cubicBezTo>
                    <a:cubicBezTo>
                      <a:pt x="257" y="24"/>
                      <a:pt x="257" y="24"/>
                      <a:pt x="257" y="24"/>
                    </a:cubicBezTo>
                    <a:cubicBezTo>
                      <a:pt x="257" y="11"/>
                      <a:pt x="246" y="0"/>
                      <a:pt x="233" y="0"/>
                    </a:cubicBezTo>
                    <a:cubicBezTo>
                      <a:pt x="41" y="0"/>
                      <a:pt x="41" y="0"/>
                      <a:pt x="41" y="0"/>
                    </a:cubicBezTo>
                    <a:cubicBezTo>
                      <a:pt x="27" y="0"/>
                      <a:pt x="17" y="11"/>
                      <a:pt x="17" y="24"/>
                    </a:cubicBezTo>
                    <a:cubicBezTo>
                      <a:pt x="17" y="145"/>
                      <a:pt x="17" y="145"/>
                      <a:pt x="17" y="145"/>
                    </a:cubicBezTo>
                    <a:cubicBezTo>
                      <a:pt x="17" y="148"/>
                      <a:pt x="16" y="151"/>
                      <a:pt x="14" y="154"/>
                    </a:cubicBezTo>
                    <a:cubicBezTo>
                      <a:pt x="1" y="169"/>
                      <a:pt x="1" y="169"/>
                      <a:pt x="1" y="169"/>
                    </a:cubicBezTo>
                    <a:cubicBezTo>
                      <a:pt x="0" y="170"/>
                      <a:pt x="0" y="171"/>
                      <a:pt x="0" y="173"/>
                    </a:cubicBezTo>
                    <a:cubicBezTo>
                      <a:pt x="0" y="180"/>
                      <a:pt x="0" y="180"/>
                      <a:pt x="0" y="180"/>
                    </a:cubicBezTo>
                    <a:cubicBezTo>
                      <a:pt x="0" y="189"/>
                      <a:pt x="7" y="196"/>
                      <a:pt x="16" y="196"/>
                    </a:cubicBezTo>
                    <a:cubicBezTo>
                      <a:pt x="257" y="196"/>
                      <a:pt x="257" y="196"/>
                      <a:pt x="257" y="196"/>
                    </a:cubicBezTo>
                    <a:cubicBezTo>
                      <a:pt x="266" y="196"/>
                      <a:pt x="274" y="189"/>
                      <a:pt x="274" y="180"/>
                    </a:cubicBezTo>
                    <a:cubicBezTo>
                      <a:pt x="274" y="173"/>
                      <a:pt x="274" y="173"/>
                      <a:pt x="274" y="173"/>
                    </a:cubicBezTo>
                    <a:cubicBezTo>
                      <a:pt x="274" y="171"/>
                      <a:pt x="273" y="170"/>
                      <a:pt x="272" y="169"/>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67" name="Freeform 33">
                <a:extLst>
                  <a:ext uri="{FF2B5EF4-FFF2-40B4-BE49-F238E27FC236}">
                    <a16:creationId xmlns:a16="http://schemas.microsoft.com/office/drawing/2014/main" id="{8E87A7BD-54D9-ACC5-4246-FF27E69B71D6}"/>
                  </a:ext>
                </a:extLst>
              </p:cNvPr>
              <p:cNvSpPr>
                <a:spLocks/>
              </p:cNvSpPr>
              <p:nvPr/>
            </p:nvSpPr>
            <p:spPr bwMode="auto">
              <a:xfrm>
                <a:off x="4856163" y="3255963"/>
                <a:ext cx="195262" cy="38100"/>
              </a:xfrm>
              <a:custGeom>
                <a:avLst/>
                <a:gdLst>
                  <a:gd name="T0" fmla="*/ 52 w 52"/>
                  <a:gd name="T1" fmla="*/ 1 h 10"/>
                  <a:gd name="T2" fmla="*/ 43 w 52"/>
                  <a:gd name="T3" fmla="*/ 10 h 10"/>
                  <a:gd name="T4" fmla="*/ 8 w 52"/>
                  <a:gd name="T5" fmla="*/ 10 h 10"/>
                  <a:gd name="T6" fmla="*/ 0 w 52"/>
                  <a:gd name="T7" fmla="*/ 1 h 10"/>
                  <a:gd name="T8" fmla="*/ 0 w 52"/>
                  <a:gd name="T9" fmla="*/ 0 h 10"/>
                  <a:gd name="T10" fmla="*/ 52 w 52"/>
                  <a:gd name="T11" fmla="*/ 0 h 10"/>
                  <a:gd name="T12" fmla="*/ 52 w 52"/>
                  <a:gd name="T13" fmla="*/ 1 h 10"/>
                </a:gdLst>
                <a:ahLst/>
                <a:cxnLst>
                  <a:cxn ang="0">
                    <a:pos x="T0" y="T1"/>
                  </a:cxn>
                  <a:cxn ang="0">
                    <a:pos x="T2" y="T3"/>
                  </a:cxn>
                  <a:cxn ang="0">
                    <a:pos x="T4" y="T5"/>
                  </a:cxn>
                  <a:cxn ang="0">
                    <a:pos x="T6" y="T7"/>
                  </a:cxn>
                  <a:cxn ang="0">
                    <a:pos x="T8" y="T9"/>
                  </a:cxn>
                  <a:cxn ang="0">
                    <a:pos x="T10" y="T11"/>
                  </a:cxn>
                  <a:cxn ang="0">
                    <a:pos x="T12" y="T13"/>
                  </a:cxn>
                </a:cxnLst>
                <a:rect l="0" t="0" r="r" b="b"/>
                <a:pathLst>
                  <a:path w="52" h="10">
                    <a:moveTo>
                      <a:pt x="52" y="1"/>
                    </a:moveTo>
                    <a:cubicBezTo>
                      <a:pt x="52" y="6"/>
                      <a:pt x="48" y="10"/>
                      <a:pt x="43" y="10"/>
                    </a:cubicBezTo>
                    <a:cubicBezTo>
                      <a:pt x="8" y="10"/>
                      <a:pt x="8" y="10"/>
                      <a:pt x="8" y="10"/>
                    </a:cubicBezTo>
                    <a:cubicBezTo>
                      <a:pt x="3" y="10"/>
                      <a:pt x="0" y="6"/>
                      <a:pt x="0" y="1"/>
                    </a:cubicBezTo>
                    <a:cubicBezTo>
                      <a:pt x="0" y="0"/>
                      <a:pt x="0" y="0"/>
                      <a:pt x="0" y="0"/>
                    </a:cubicBezTo>
                    <a:cubicBezTo>
                      <a:pt x="52" y="0"/>
                      <a:pt x="52" y="0"/>
                      <a:pt x="52" y="0"/>
                    </a:cubicBezTo>
                    <a:lnTo>
                      <a:pt x="52" y="1"/>
                    </a:lnTo>
                    <a:close/>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68" name="Freeform 34">
                <a:extLst>
                  <a:ext uri="{FF2B5EF4-FFF2-40B4-BE49-F238E27FC236}">
                    <a16:creationId xmlns:a16="http://schemas.microsoft.com/office/drawing/2014/main" id="{A71EFEF6-7EFA-FD3C-5E2D-7670C5172A70}"/>
                  </a:ext>
                </a:extLst>
              </p:cNvPr>
              <p:cNvSpPr>
                <a:spLocks/>
              </p:cNvSpPr>
              <p:nvPr/>
            </p:nvSpPr>
            <p:spPr bwMode="auto">
              <a:xfrm>
                <a:off x="4589463" y="2705100"/>
                <a:ext cx="725487" cy="461962"/>
              </a:xfrm>
              <a:custGeom>
                <a:avLst/>
                <a:gdLst>
                  <a:gd name="T0" fmla="*/ 193 w 193"/>
                  <a:gd name="T1" fmla="*/ 123 h 123"/>
                  <a:gd name="T2" fmla="*/ 0 w 193"/>
                  <a:gd name="T3" fmla="*/ 123 h 123"/>
                  <a:gd name="T4" fmla="*/ 0 w 193"/>
                  <a:gd name="T5" fmla="*/ 0 h 123"/>
                  <a:gd name="T6" fmla="*/ 1 w 193"/>
                  <a:gd name="T7" fmla="*/ 0 h 123"/>
                  <a:gd name="T8" fmla="*/ 193 w 193"/>
                  <a:gd name="T9" fmla="*/ 0 h 123"/>
                  <a:gd name="T10" fmla="*/ 193 w 193"/>
                  <a:gd name="T11" fmla="*/ 0 h 123"/>
                  <a:gd name="T12" fmla="*/ 193 w 193"/>
                  <a:gd name="T13" fmla="*/ 123 h 123"/>
                </a:gdLst>
                <a:ahLst/>
                <a:cxnLst>
                  <a:cxn ang="0">
                    <a:pos x="T0" y="T1"/>
                  </a:cxn>
                  <a:cxn ang="0">
                    <a:pos x="T2" y="T3"/>
                  </a:cxn>
                  <a:cxn ang="0">
                    <a:pos x="T4" y="T5"/>
                  </a:cxn>
                  <a:cxn ang="0">
                    <a:pos x="T6" y="T7"/>
                  </a:cxn>
                  <a:cxn ang="0">
                    <a:pos x="T8" y="T9"/>
                  </a:cxn>
                  <a:cxn ang="0">
                    <a:pos x="T10" y="T11"/>
                  </a:cxn>
                  <a:cxn ang="0">
                    <a:pos x="T12" y="T13"/>
                  </a:cxn>
                </a:cxnLst>
                <a:rect l="0" t="0" r="r" b="b"/>
                <a:pathLst>
                  <a:path w="193" h="123">
                    <a:moveTo>
                      <a:pt x="193" y="123"/>
                    </a:moveTo>
                    <a:cubicBezTo>
                      <a:pt x="0" y="123"/>
                      <a:pt x="0" y="123"/>
                      <a:pt x="0" y="123"/>
                    </a:cubicBezTo>
                    <a:cubicBezTo>
                      <a:pt x="0" y="0"/>
                      <a:pt x="0" y="0"/>
                      <a:pt x="0" y="0"/>
                    </a:cubicBezTo>
                    <a:cubicBezTo>
                      <a:pt x="0" y="0"/>
                      <a:pt x="0" y="0"/>
                      <a:pt x="1" y="0"/>
                    </a:cubicBezTo>
                    <a:cubicBezTo>
                      <a:pt x="193" y="0"/>
                      <a:pt x="193" y="0"/>
                      <a:pt x="193" y="0"/>
                    </a:cubicBezTo>
                    <a:cubicBezTo>
                      <a:pt x="193" y="0"/>
                      <a:pt x="193" y="0"/>
                      <a:pt x="193" y="0"/>
                    </a:cubicBezTo>
                    <a:lnTo>
                      <a:pt x="193" y="123"/>
                    </a:lnTo>
                    <a:close/>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61" name="Gruppieren 60">
              <a:extLst>
                <a:ext uri="{FF2B5EF4-FFF2-40B4-BE49-F238E27FC236}">
                  <a16:creationId xmlns:a16="http://schemas.microsoft.com/office/drawing/2014/main" id="{AC92508C-C4FE-1728-D6F5-E9C7947CA7B8}"/>
                </a:ext>
              </a:extLst>
            </p:cNvPr>
            <p:cNvGrpSpPr/>
            <p:nvPr/>
          </p:nvGrpSpPr>
          <p:grpSpPr>
            <a:xfrm>
              <a:off x="651727" y="3590303"/>
              <a:ext cx="350708" cy="352505"/>
              <a:chOff x="347662" y="4221088"/>
              <a:chExt cx="923923" cy="928659"/>
            </a:xfrm>
          </p:grpSpPr>
          <p:grpSp>
            <p:nvGrpSpPr>
              <p:cNvPr id="62" name="Gruppieren 61">
                <a:extLst>
                  <a:ext uri="{FF2B5EF4-FFF2-40B4-BE49-F238E27FC236}">
                    <a16:creationId xmlns:a16="http://schemas.microsoft.com/office/drawing/2014/main" id="{AAAAD799-477D-8EEA-E5AB-AEDA258DDBC0}"/>
                  </a:ext>
                </a:extLst>
              </p:cNvPr>
              <p:cNvGrpSpPr/>
              <p:nvPr/>
            </p:nvGrpSpPr>
            <p:grpSpPr>
              <a:xfrm rot="10800000">
                <a:off x="347662" y="4221088"/>
                <a:ext cx="923923" cy="701636"/>
                <a:chOff x="4359276" y="2976563"/>
                <a:chExt cx="1181099" cy="896938"/>
              </a:xfrm>
            </p:grpSpPr>
            <p:sp>
              <p:nvSpPr>
                <p:cNvPr id="64" name="Freeform 6">
                  <a:extLst>
                    <a:ext uri="{FF2B5EF4-FFF2-40B4-BE49-F238E27FC236}">
                      <a16:creationId xmlns:a16="http://schemas.microsoft.com/office/drawing/2014/main" id="{17595F93-D2C8-DE62-A149-B6790F5BB6C2}"/>
                    </a:ext>
                  </a:extLst>
                </p:cNvPr>
                <p:cNvSpPr>
                  <a:spLocks noEditPoints="1"/>
                </p:cNvSpPr>
                <p:nvPr/>
              </p:nvSpPr>
              <p:spPr bwMode="auto">
                <a:xfrm>
                  <a:off x="4786313" y="3119438"/>
                  <a:ext cx="754062" cy="754063"/>
                </a:xfrm>
                <a:custGeom>
                  <a:avLst/>
                  <a:gdLst>
                    <a:gd name="T0" fmla="*/ 73 w 201"/>
                    <a:gd name="T1" fmla="*/ 189 h 201"/>
                    <a:gd name="T2" fmla="*/ 81 w 201"/>
                    <a:gd name="T3" fmla="*/ 198 h 201"/>
                    <a:gd name="T4" fmla="*/ 102 w 201"/>
                    <a:gd name="T5" fmla="*/ 200 h 201"/>
                    <a:gd name="T6" fmla="*/ 112 w 201"/>
                    <a:gd name="T7" fmla="*/ 193 h 201"/>
                    <a:gd name="T8" fmla="*/ 115 w 201"/>
                    <a:gd name="T9" fmla="*/ 180 h 201"/>
                    <a:gd name="T10" fmla="*/ 134 w 201"/>
                    <a:gd name="T11" fmla="*/ 174 h 201"/>
                    <a:gd name="T12" fmla="*/ 144 w 201"/>
                    <a:gd name="T13" fmla="*/ 183 h 201"/>
                    <a:gd name="T14" fmla="*/ 156 w 201"/>
                    <a:gd name="T15" fmla="*/ 184 h 201"/>
                    <a:gd name="T16" fmla="*/ 172 w 201"/>
                    <a:gd name="T17" fmla="*/ 170 h 201"/>
                    <a:gd name="T18" fmla="*/ 174 w 201"/>
                    <a:gd name="T19" fmla="*/ 158 h 201"/>
                    <a:gd name="T20" fmla="*/ 167 w 201"/>
                    <a:gd name="T21" fmla="*/ 147 h 201"/>
                    <a:gd name="T22" fmla="*/ 178 w 201"/>
                    <a:gd name="T23" fmla="*/ 128 h 201"/>
                    <a:gd name="T24" fmla="*/ 190 w 201"/>
                    <a:gd name="T25" fmla="*/ 127 h 201"/>
                    <a:gd name="T26" fmla="*/ 199 w 201"/>
                    <a:gd name="T27" fmla="*/ 119 h 201"/>
                    <a:gd name="T28" fmla="*/ 201 w 201"/>
                    <a:gd name="T29" fmla="*/ 98 h 201"/>
                    <a:gd name="T30" fmla="*/ 193 w 201"/>
                    <a:gd name="T31" fmla="*/ 88 h 201"/>
                    <a:gd name="T32" fmla="*/ 181 w 201"/>
                    <a:gd name="T33" fmla="*/ 86 h 201"/>
                    <a:gd name="T34" fmla="*/ 175 w 201"/>
                    <a:gd name="T35" fmla="*/ 65 h 201"/>
                    <a:gd name="T36" fmla="*/ 183 w 201"/>
                    <a:gd name="T37" fmla="*/ 56 h 201"/>
                    <a:gd name="T38" fmla="*/ 183 w 201"/>
                    <a:gd name="T39" fmla="*/ 44 h 201"/>
                    <a:gd name="T40" fmla="*/ 170 w 201"/>
                    <a:gd name="T41" fmla="*/ 28 h 201"/>
                    <a:gd name="T42" fmla="*/ 158 w 201"/>
                    <a:gd name="T43" fmla="*/ 26 h 201"/>
                    <a:gd name="T44" fmla="*/ 147 w 201"/>
                    <a:gd name="T45" fmla="*/ 33 h 201"/>
                    <a:gd name="T46" fmla="*/ 129 w 201"/>
                    <a:gd name="T47" fmla="*/ 24 h 201"/>
                    <a:gd name="T48" fmla="*/ 129 w 201"/>
                    <a:gd name="T49" fmla="*/ 11 h 201"/>
                    <a:gd name="T50" fmla="*/ 120 w 201"/>
                    <a:gd name="T51" fmla="*/ 2 h 201"/>
                    <a:gd name="T52" fmla="*/ 99 w 201"/>
                    <a:gd name="T53" fmla="*/ 1 h 201"/>
                    <a:gd name="T54" fmla="*/ 89 w 201"/>
                    <a:gd name="T55" fmla="*/ 8 h 201"/>
                    <a:gd name="T56" fmla="*/ 87 w 201"/>
                    <a:gd name="T57" fmla="*/ 20 h 201"/>
                    <a:gd name="T58" fmla="*/ 67 w 201"/>
                    <a:gd name="T59" fmla="*/ 27 h 201"/>
                    <a:gd name="T60" fmla="*/ 57 w 201"/>
                    <a:gd name="T61" fmla="*/ 18 h 201"/>
                    <a:gd name="T62" fmla="*/ 45 w 201"/>
                    <a:gd name="T63" fmla="*/ 17 h 201"/>
                    <a:gd name="T64" fmla="*/ 29 w 201"/>
                    <a:gd name="T65" fmla="*/ 31 h 201"/>
                    <a:gd name="T66" fmla="*/ 27 w 201"/>
                    <a:gd name="T67" fmla="*/ 43 h 201"/>
                    <a:gd name="T68" fmla="*/ 35 w 201"/>
                    <a:gd name="T69" fmla="*/ 54 h 201"/>
                    <a:gd name="T70" fmla="*/ 25 w 201"/>
                    <a:gd name="T71" fmla="*/ 73 h 201"/>
                    <a:gd name="T72" fmla="*/ 11 w 201"/>
                    <a:gd name="T73" fmla="*/ 73 h 201"/>
                    <a:gd name="T74" fmla="*/ 3 w 201"/>
                    <a:gd name="T75" fmla="*/ 82 h 201"/>
                    <a:gd name="T76" fmla="*/ 1 w 201"/>
                    <a:gd name="T77" fmla="*/ 103 h 201"/>
                    <a:gd name="T78" fmla="*/ 8 w 201"/>
                    <a:gd name="T79" fmla="*/ 113 h 201"/>
                    <a:gd name="T80" fmla="*/ 22 w 201"/>
                    <a:gd name="T81" fmla="*/ 115 h 201"/>
                    <a:gd name="T82" fmla="*/ 28 w 201"/>
                    <a:gd name="T83" fmla="*/ 134 h 201"/>
                    <a:gd name="T84" fmla="*/ 18 w 201"/>
                    <a:gd name="T85" fmla="*/ 144 h 201"/>
                    <a:gd name="T86" fmla="*/ 18 w 201"/>
                    <a:gd name="T87" fmla="*/ 156 h 201"/>
                    <a:gd name="T88" fmla="*/ 32 w 201"/>
                    <a:gd name="T89" fmla="*/ 173 h 201"/>
                    <a:gd name="T90" fmla="*/ 44 w 201"/>
                    <a:gd name="T91" fmla="*/ 175 h 201"/>
                    <a:gd name="T92" fmla="*/ 56 w 201"/>
                    <a:gd name="T93" fmla="*/ 167 h 201"/>
                    <a:gd name="T94" fmla="*/ 72 w 201"/>
                    <a:gd name="T95" fmla="*/ 175 h 201"/>
                    <a:gd name="T96" fmla="*/ 73 w 201"/>
                    <a:gd name="T97" fmla="*/ 189 h 201"/>
                    <a:gd name="T98" fmla="*/ 137 w 201"/>
                    <a:gd name="T99" fmla="*/ 103 h 201"/>
                    <a:gd name="T100" fmla="*/ 98 w 201"/>
                    <a:gd name="T101" fmla="*/ 135 h 201"/>
                    <a:gd name="T102" fmla="*/ 66 w 201"/>
                    <a:gd name="T103" fmla="*/ 97 h 201"/>
                    <a:gd name="T104" fmla="*/ 105 w 201"/>
                    <a:gd name="T105" fmla="*/ 65 h 201"/>
                    <a:gd name="T106" fmla="*/ 137 w 201"/>
                    <a:gd name="T107" fmla="*/ 103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1" h="201">
                      <a:moveTo>
                        <a:pt x="73" y="189"/>
                      </a:moveTo>
                      <a:cubicBezTo>
                        <a:pt x="73" y="194"/>
                        <a:pt x="76" y="198"/>
                        <a:pt x="81" y="198"/>
                      </a:cubicBezTo>
                      <a:cubicBezTo>
                        <a:pt x="102" y="200"/>
                        <a:pt x="102" y="200"/>
                        <a:pt x="102" y="200"/>
                      </a:cubicBezTo>
                      <a:cubicBezTo>
                        <a:pt x="107" y="201"/>
                        <a:pt x="111" y="197"/>
                        <a:pt x="112" y="193"/>
                      </a:cubicBezTo>
                      <a:cubicBezTo>
                        <a:pt x="115" y="180"/>
                        <a:pt x="115" y="180"/>
                        <a:pt x="115" y="180"/>
                      </a:cubicBezTo>
                      <a:cubicBezTo>
                        <a:pt x="121" y="179"/>
                        <a:pt x="128" y="177"/>
                        <a:pt x="134" y="174"/>
                      </a:cubicBezTo>
                      <a:cubicBezTo>
                        <a:pt x="144" y="183"/>
                        <a:pt x="144" y="183"/>
                        <a:pt x="144" y="183"/>
                      </a:cubicBezTo>
                      <a:cubicBezTo>
                        <a:pt x="147" y="186"/>
                        <a:pt x="153" y="186"/>
                        <a:pt x="156" y="184"/>
                      </a:cubicBezTo>
                      <a:cubicBezTo>
                        <a:pt x="172" y="170"/>
                        <a:pt x="172" y="170"/>
                        <a:pt x="172" y="170"/>
                      </a:cubicBezTo>
                      <a:cubicBezTo>
                        <a:pt x="176" y="167"/>
                        <a:pt x="177" y="162"/>
                        <a:pt x="174" y="158"/>
                      </a:cubicBezTo>
                      <a:cubicBezTo>
                        <a:pt x="167" y="147"/>
                        <a:pt x="167" y="147"/>
                        <a:pt x="167" y="147"/>
                      </a:cubicBezTo>
                      <a:cubicBezTo>
                        <a:pt x="172" y="141"/>
                        <a:pt x="175" y="135"/>
                        <a:pt x="178" y="128"/>
                      </a:cubicBezTo>
                      <a:cubicBezTo>
                        <a:pt x="190" y="127"/>
                        <a:pt x="190" y="127"/>
                        <a:pt x="190" y="127"/>
                      </a:cubicBezTo>
                      <a:cubicBezTo>
                        <a:pt x="195" y="127"/>
                        <a:pt x="198" y="124"/>
                        <a:pt x="199" y="119"/>
                      </a:cubicBezTo>
                      <a:cubicBezTo>
                        <a:pt x="201" y="98"/>
                        <a:pt x="201" y="98"/>
                        <a:pt x="201" y="98"/>
                      </a:cubicBezTo>
                      <a:cubicBezTo>
                        <a:pt x="201" y="93"/>
                        <a:pt x="198" y="89"/>
                        <a:pt x="193" y="88"/>
                      </a:cubicBezTo>
                      <a:cubicBezTo>
                        <a:pt x="181" y="86"/>
                        <a:pt x="181" y="86"/>
                        <a:pt x="181" y="86"/>
                      </a:cubicBezTo>
                      <a:cubicBezTo>
                        <a:pt x="180" y="78"/>
                        <a:pt x="178" y="72"/>
                        <a:pt x="175" y="65"/>
                      </a:cubicBezTo>
                      <a:cubicBezTo>
                        <a:pt x="183" y="56"/>
                        <a:pt x="183" y="56"/>
                        <a:pt x="183" y="56"/>
                      </a:cubicBezTo>
                      <a:cubicBezTo>
                        <a:pt x="186" y="53"/>
                        <a:pt x="186" y="48"/>
                        <a:pt x="183" y="44"/>
                      </a:cubicBezTo>
                      <a:cubicBezTo>
                        <a:pt x="170" y="28"/>
                        <a:pt x="170" y="28"/>
                        <a:pt x="170" y="28"/>
                      </a:cubicBezTo>
                      <a:cubicBezTo>
                        <a:pt x="167" y="24"/>
                        <a:pt x="161" y="24"/>
                        <a:pt x="158" y="26"/>
                      </a:cubicBezTo>
                      <a:cubicBezTo>
                        <a:pt x="147" y="33"/>
                        <a:pt x="147" y="33"/>
                        <a:pt x="147" y="33"/>
                      </a:cubicBezTo>
                      <a:cubicBezTo>
                        <a:pt x="142" y="29"/>
                        <a:pt x="135" y="26"/>
                        <a:pt x="129" y="24"/>
                      </a:cubicBezTo>
                      <a:cubicBezTo>
                        <a:pt x="129" y="11"/>
                        <a:pt x="129" y="11"/>
                        <a:pt x="129" y="11"/>
                      </a:cubicBezTo>
                      <a:cubicBezTo>
                        <a:pt x="129" y="7"/>
                        <a:pt x="125" y="3"/>
                        <a:pt x="120" y="2"/>
                      </a:cubicBezTo>
                      <a:cubicBezTo>
                        <a:pt x="99" y="1"/>
                        <a:pt x="99" y="1"/>
                        <a:pt x="99" y="1"/>
                      </a:cubicBezTo>
                      <a:cubicBezTo>
                        <a:pt x="94" y="0"/>
                        <a:pt x="90" y="3"/>
                        <a:pt x="89" y="8"/>
                      </a:cubicBezTo>
                      <a:cubicBezTo>
                        <a:pt x="87" y="20"/>
                        <a:pt x="87" y="20"/>
                        <a:pt x="87" y="20"/>
                      </a:cubicBezTo>
                      <a:cubicBezTo>
                        <a:pt x="80" y="22"/>
                        <a:pt x="73" y="24"/>
                        <a:pt x="67" y="27"/>
                      </a:cubicBezTo>
                      <a:cubicBezTo>
                        <a:pt x="57" y="18"/>
                        <a:pt x="57" y="18"/>
                        <a:pt x="57" y="18"/>
                      </a:cubicBezTo>
                      <a:cubicBezTo>
                        <a:pt x="54" y="14"/>
                        <a:pt x="49" y="14"/>
                        <a:pt x="45" y="17"/>
                      </a:cubicBezTo>
                      <a:cubicBezTo>
                        <a:pt x="29" y="31"/>
                        <a:pt x="29" y="31"/>
                        <a:pt x="29" y="31"/>
                      </a:cubicBezTo>
                      <a:cubicBezTo>
                        <a:pt x="25" y="34"/>
                        <a:pt x="25" y="39"/>
                        <a:pt x="27" y="43"/>
                      </a:cubicBezTo>
                      <a:cubicBezTo>
                        <a:pt x="35" y="54"/>
                        <a:pt x="35" y="54"/>
                        <a:pt x="35" y="54"/>
                      </a:cubicBezTo>
                      <a:cubicBezTo>
                        <a:pt x="31" y="60"/>
                        <a:pt x="28" y="66"/>
                        <a:pt x="25" y="73"/>
                      </a:cubicBezTo>
                      <a:cubicBezTo>
                        <a:pt x="11" y="73"/>
                        <a:pt x="11" y="73"/>
                        <a:pt x="11" y="73"/>
                      </a:cubicBezTo>
                      <a:cubicBezTo>
                        <a:pt x="7" y="73"/>
                        <a:pt x="3" y="77"/>
                        <a:pt x="3" y="82"/>
                      </a:cubicBezTo>
                      <a:cubicBezTo>
                        <a:pt x="1" y="103"/>
                        <a:pt x="1" y="103"/>
                        <a:pt x="1" y="103"/>
                      </a:cubicBezTo>
                      <a:cubicBezTo>
                        <a:pt x="0" y="107"/>
                        <a:pt x="4" y="112"/>
                        <a:pt x="8" y="113"/>
                      </a:cubicBezTo>
                      <a:cubicBezTo>
                        <a:pt x="22" y="115"/>
                        <a:pt x="22" y="115"/>
                        <a:pt x="22" y="115"/>
                      </a:cubicBezTo>
                      <a:cubicBezTo>
                        <a:pt x="23" y="122"/>
                        <a:pt x="25" y="128"/>
                        <a:pt x="28" y="134"/>
                      </a:cubicBezTo>
                      <a:cubicBezTo>
                        <a:pt x="18" y="144"/>
                        <a:pt x="18" y="144"/>
                        <a:pt x="18" y="144"/>
                      </a:cubicBezTo>
                      <a:cubicBezTo>
                        <a:pt x="15" y="148"/>
                        <a:pt x="15" y="153"/>
                        <a:pt x="18" y="156"/>
                      </a:cubicBezTo>
                      <a:cubicBezTo>
                        <a:pt x="32" y="173"/>
                        <a:pt x="32" y="173"/>
                        <a:pt x="32" y="173"/>
                      </a:cubicBezTo>
                      <a:cubicBezTo>
                        <a:pt x="35" y="176"/>
                        <a:pt x="40" y="177"/>
                        <a:pt x="44" y="175"/>
                      </a:cubicBezTo>
                      <a:cubicBezTo>
                        <a:pt x="56" y="167"/>
                        <a:pt x="56" y="167"/>
                        <a:pt x="56" y="167"/>
                      </a:cubicBezTo>
                      <a:cubicBezTo>
                        <a:pt x="61" y="170"/>
                        <a:pt x="66" y="173"/>
                        <a:pt x="72" y="175"/>
                      </a:cubicBezTo>
                      <a:lnTo>
                        <a:pt x="73" y="189"/>
                      </a:lnTo>
                      <a:close/>
                      <a:moveTo>
                        <a:pt x="137" y="103"/>
                      </a:moveTo>
                      <a:cubicBezTo>
                        <a:pt x="135" y="122"/>
                        <a:pt x="118" y="137"/>
                        <a:pt x="98" y="135"/>
                      </a:cubicBezTo>
                      <a:cubicBezTo>
                        <a:pt x="79" y="134"/>
                        <a:pt x="64" y="116"/>
                        <a:pt x="66" y="97"/>
                      </a:cubicBezTo>
                      <a:cubicBezTo>
                        <a:pt x="68" y="77"/>
                        <a:pt x="85" y="63"/>
                        <a:pt x="105" y="65"/>
                      </a:cubicBezTo>
                      <a:cubicBezTo>
                        <a:pt x="124" y="66"/>
                        <a:pt x="139" y="84"/>
                        <a:pt x="137" y="103"/>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65" name="Freeform 7">
                  <a:extLst>
                    <a:ext uri="{FF2B5EF4-FFF2-40B4-BE49-F238E27FC236}">
                      <a16:creationId xmlns:a16="http://schemas.microsoft.com/office/drawing/2014/main" id="{1871EDC9-F318-2EE9-E0DB-A7740C167E8B}"/>
                    </a:ext>
                  </a:extLst>
                </p:cNvPr>
                <p:cNvSpPr>
                  <a:spLocks noEditPoints="1"/>
                </p:cNvSpPr>
                <p:nvPr/>
              </p:nvSpPr>
              <p:spPr bwMode="auto">
                <a:xfrm>
                  <a:off x="4359276" y="2976563"/>
                  <a:ext cx="514350" cy="511175"/>
                </a:xfrm>
                <a:custGeom>
                  <a:avLst/>
                  <a:gdLst>
                    <a:gd name="T0" fmla="*/ 130 w 137"/>
                    <a:gd name="T1" fmla="*/ 35 h 136"/>
                    <a:gd name="T2" fmla="*/ 121 w 137"/>
                    <a:gd name="T3" fmla="*/ 31 h 136"/>
                    <a:gd name="T4" fmla="*/ 113 w 137"/>
                    <a:gd name="T5" fmla="*/ 33 h 136"/>
                    <a:gd name="T6" fmla="*/ 103 w 137"/>
                    <a:gd name="T7" fmla="*/ 23 h 136"/>
                    <a:gd name="T8" fmla="*/ 105 w 137"/>
                    <a:gd name="T9" fmla="*/ 16 h 136"/>
                    <a:gd name="T10" fmla="*/ 101 w 137"/>
                    <a:gd name="T11" fmla="*/ 7 h 136"/>
                    <a:gd name="T12" fmla="*/ 89 w 137"/>
                    <a:gd name="T13" fmla="*/ 2 h 136"/>
                    <a:gd name="T14" fmla="*/ 80 w 137"/>
                    <a:gd name="T15" fmla="*/ 5 h 136"/>
                    <a:gd name="T16" fmla="*/ 76 w 137"/>
                    <a:gd name="T17" fmla="*/ 12 h 136"/>
                    <a:gd name="T18" fmla="*/ 61 w 137"/>
                    <a:gd name="T19" fmla="*/ 12 h 136"/>
                    <a:gd name="T20" fmla="*/ 57 w 137"/>
                    <a:gd name="T21" fmla="*/ 5 h 136"/>
                    <a:gd name="T22" fmla="*/ 48 w 137"/>
                    <a:gd name="T23" fmla="*/ 2 h 136"/>
                    <a:gd name="T24" fmla="*/ 36 w 137"/>
                    <a:gd name="T25" fmla="*/ 7 h 136"/>
                    <a:gd name="T26" fmla="*/ 32 w 137"/>
                    <a:gd name="T27" fmla="*/ 16 h 136"/>
                    <a:gd name="T28" fmla="*/ 34 w 137"/>
                    <a:gd name="T29" fmla="*/ 24 h 136"/>
                    <a:gd name="T30" fmla="*/ 24 w 137"/>
                    <a:gd name="T31" fmla="*/ 34 h 136"/>
                    <a:gd name="T32" fmla="*/ 16 w 137"/>
                    <a:gd name="T33" fmla="*/ 32 h 136"/>
                    <a:gd name="T34" fmla="*/ 7 w 137"/>
                    <a:gd name="T35" fmla="*/ 37 h 136"/>
                    <a:gd name="T36" fmla="*/ 2 w 137"/>
                    <a:gd name="T37" fmla="*/ 48 h 136"/>
                    <a:gd name="T38" fmla="*/ 5 w 137"/>
                    <a:gd name="T39" fmla="*/ 58 h 136"/>
                    <a:gd name="T40" fmla="*/ 13 w 137"/>
                    <a:gd name="T41" fmla="*/ 62 h 136"/>
                    <a:gd name="T42" fmla="*/ 13 w 137"/>
                    <a:gd name="T43" fmla="*/ 76 h 136"/>
                    <a:gd name="T44" fmla="*/ 6 w 137"/>
                    <a:gd name="T45" fmla="*/ 80 h 136"/>
                    <a:gd name="T46" fmla="*/ 2 w 137"/>
                    <a:gd name="T47" fmla="*/ 90 h 136"/>
                    <a:gd name="T48" fmla="*/ 7 w 137"/>
                    <a:gd name="T49" fmla="*/ 101 h 136"/>
                    <a:gd name="T50" fmla="*/ 16 w 137"/>
                    <a:gd name="T51" fmla="*/ 106 h 136"/>
                    <a:gd name="T52" fmla="*/ 25 w 137"/>
                    <a:gd name="T53" fmla="*/ 103 h 136"/>
                    <a:gd name="T54" fmla="*/ 34 w 137"/>
                    <a:gd name="T55" fmla="*/ 113 h 136"/>
                    <a:gd name="T56" fmla="*/ 32 w 137"/>
                    <a:gd name="T57" fmla="*/ 121 h 136"/>
                    <a:gd name="T58" fmla="*/ 36 w 137"/>
                    <a:gd name="T59" fmla="*/ 130 h 136"/>
                    <a:gd name="T60" fmla="*/ 48 w 137"/>
                    <a:gd name="T61" fmla="*/ 135 h 136"/>
                    <a:gd name="T62" fmla="*/ 58 w 137"/>
                    <a:gd name="T63" fmla="*/ 131 h 136"/>
                    <a:gd name="T64" fmla="*/ 62 w 137"/>
                    <a:gd name="T65" fmla="*/ 124 h 136"/>
                    <a:gd name="T66" fmla="*/ 76 w 137"/>
                    <a:gd name="T67" fmla="*/ 125 h 136"/>
                    <a:gd name="T68" fmla="*/ 80 w 137"/>
                    <a:gd name="T69" fmla="*/ 132 h 136"/>
                    <a:gd name="T70" fmla="*/ 89 w 137"/>
                    <a:gd name="T71" fmla="*/ 135 h 136"/>
                    <a:gd name="T72" fmla="*/ 101 w 137"/>
                    <a:gd name="T73" fmla="*/ 130 h 136"/>
                    <a:gd name="T74" fmla="*/ 105 w 137"/>
                    <a:gd name="T75" fmla="*/ 121 h 136"/>
                    <a:gd name="T76" fmla="*/ 103 w 137"/>
                    <a:gd name="T77" fmla="*/ 113 h 136"/>
                    <a:gd name="T78" fmla="*/ 114 w 137"/>
                    <a:gd name="T79" fmla="*/ 103 h 136"/>
                    <a:gd name="T80" fmla="*/ 121 w 137"/>
                    <a:gd name="T81" fmla="*/ 105 h 136"/>
                    <a:gd name="T82" fmla="*/ 131 w 137"/>
                    <a:gd name="T83" fmla="*/ 100 h 136"/>
                    <a:gd name="T84" fmla="*/ 135 w 137"/>
                    <a:gd name="T85" fmla="*/ 88 h 136"/>
                    <a:gd name="T86" fmla="*/ 132 w 137"/>
                    <a:gd name="T87" fmla="*/ 79 h 136"/>
                    <a:gd name="T88" fmla="*/ 125 w 137"/>
                    <a:gd name="T89" fmla="*/ 75 h 136"/>
                    <a:gd name="T90" fmla="*/ 125 w 137"/>
                    <a:gd name="T91" fmla="*/ 60 h 136"/>
                    <a:gd name="T92" fmla="*/ 132 w 137"/>
                    <a:gd name="T93" fmla="*/ 57 h 136"/>
                    <a:gd name="T94" fmla="*/ 135 w 137"/>
                    <a:gd name="T95" fmla="*/ 47 h 136"/>
                    <a:gd name="T96" fmla="*/ 130 w 137"/>
                    <a:gd name="T97" fmla="*/ 35 h 136"/>
                    <a:gd name="T98" fmla="*/ 46 w 137"/>
                    <a:gd name="T99" fmla="*/ 59 h 136"/>
                    <a:gd name="T100" fmla="*/ 79 w 137"/>
                    <a:gd name="T101" fmla="*/ 45 h 136"/>
                    <a:gd name="T102" fmla="*/ 92 w 137"/>
                    <a:gd name="T103" fmla="*/ 78 h 136"/>
                    <a:gd name="T104" fmla="*/ 60 w 137"/>
                    <a:gd name="T105" fmla="*/ 91 h 136"/>
                    <a:gd name="T106" fmla="*/ 46 w 137"/>
                    <a:gd name="T107" fmla="*/ 59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7" h="136">
                      <a:moveTo>
                        <a:pt x="130" y="35"/>
                      </a:moveTo>
                      <a:cubicBezTo>
                        <a:pt x="128" y="32"/>
                        <a:pt x="125" y="30"/>
                        <a:pt x="121" y="31"/>
                      </a:cubicBezTo>
                      <a:cubicBezTo>
                        <a:pt x="113" y="33"/>
                        <a:pt x="113" y="33"/>
                        <a:pt x="113" y="33"/>
                      </a:cubicBezTo>
                      <a:cubicBezTo>
                        <a:pt x="111" y="30"/>
                        <a:pt x="107" y="26"/>
                        <a:pt x="103" y="23"/>
                      </a:cubicBezTo>
                      <a:cubicBezTo>
                        <a:pt x="105" y="16"/>
                        <a:pt x="105" y="16"/>
                        <a:pt x="105" y="16"/>
                      </a:cubicBezTo>
                      <a:cubicBezTo>
                        <a:pt x="106" y="12"/>
                        <a:pt x="105" y="8"/>
                        <a:pt x="101" y="7"/>
                      </a:cubicBezTo>
                      <a:cubicBezTo>
                        <a:pt x="89" y="2"/>
                        <a:pt x="89" y="2"/>
                        <a:pt x="89" y="2"/>
                      </a:cubicBezTo>
                      <a:cubicBezTo>
                        <a:pt x="86" y="1"/>
                        <a:pt x="81" y="2"/>
                        <a:pt x="80" y="5"/>
                      </a:cubicBezTo>
                      <a:cubicBezTo>
                        <a:pt x="76" y="12"/>
                        <a:pt x="76" y="12"/>
                        <a:pt x="76" y="12"/>
                      </a:cubicBezTo>
                      <a:cubicBezTo>
                        <a:pt x="71" y="12"/>
                        <a:pt x="66" y="12"/>
                        <a:pt x="61" y="12"/>
                      </a:cubicBezTo>
                      <a:cubicBezTo>
                        <a:pt x="57" y="5"/>
                        <a:pt x="57" y="5"/>
                        <a:pt x="57" y="5"/>
                      </a:cubicBezTo>
                      <a:cubicBezTo>
                        <a:pt x="56" y="2"/>
                        <a:pt x="51" y="0"/>
                        <a:pt x="48" y="2"/>
                      </a:cubicBezTo>
                      <a:cubicBezTo>
                        <a:pt x="36" y="7"/>
                        <a:pt x="36" y="7"/>
                        <a:pt x="36" y="7"/>
                      </a:cubicBezTo>
                      <a:cubicBezTo>
                        <a:pt x="33" y="8"/>
                        <a:pt x="31" y="12"/>
                        <a:pt x="32" y="16"/>
                      </a:cubicBezTo>
                      <a:cubicBezTo>
                        <a:pt x="34" y="24"/>
                        <a:pt x="34" y="24"/>
                        <a:pt x="34" y="24"/>
                      </a:cubicBezTo>
                      <a:cubicBezTo>
                        <a:pt x="30" y="27"/>
                        <a:pt x="27" y="31"/>
                        <a:pt x="24" y="34"/>
                      </a:cubicBezTo>
                      <a:cubicBezTo>
                        <a:pt x="16" y="32"/>
                        <a:pt x="16" y="32"/>
                        <a:pt x="16" y="32"/>
                      </a:cubicBezTo>
                      <a:cubicBezTo>
                        <a:pt x="12" y="31"/>
                        <a:pt x="8" y="33"/>
                        <a:pt x="7" y="37"/>
                      </a:cubicBezTo>
                      <a:cubicBezTo>
                        <a:pt x="2" y="48"/>
                        <a:pt x="2" y="48"/>
                        <a:pt x="2" y="48"/>
                      </a:cubicBezTo>
                      <a:cubicBezTo>
                        <a:pt x="0" y="52"/>
                        <a:pt x="2" y="56"/>
                        <a:pt x="5" y="58"/>
                      </a:cubicBezTo>
                      <a:cubicBezTo>
                        <a:pt x="13" y="62"/>
                        <a:pt x="13" y="62"/>
                        <a:pt x="13" y="62"/>
                      </a:cubicBezTo>
                      <a:cubicBezTo>
                        <a:pt x="13" y="67"/>
                        <a:pt x="13" y="71"/>
                        <a:pt x="13" y="76"/>
                      </a:cubicBezTo>
                      <a:cubicBezTo>
                        <a:pt x="6" y="80"/>
                        <a:pt x="6" y="80"/>
                        <a:pt x="6" y="80"/>
                      </a:cubicBezTo>
                      <a:cubicBezTo>
                        <a:pt x="2" y="82"/>
                        <a:pt x="1" y="86"/>
                        <a:pt x="2" y="90"/>
                      </a:cubicBezTo>
                      <a:cubicBezTo>
                        <a:pt x="7" y="101"/>
                        <a:pt x="7" y="101"/>
                        <a:pt x="7" y="101"/>
                      </a:cubicBezTo>
                      <a:cubicBezTo>
                        <a:pt x="9" y="105"/>
                        <a:pt x="13" y="107"/>
                        <a:pt x="16" y="106"/>
                      </a:cubicBezTo>
                      <a:cubicBezTo>
                        <a:pt x="25" y="103"/>
                        <a:pt x="25" y="103"/>
                        <a:pt x="25" y="103"/>
                      </a:cubicBezTo>
                      <a:cubicBezTo>
                        <a:pt x="28" y="107"/>
                        <a:pt x="31" y="110"/>
                        <a:pt x="34" y="113"/>
                      </a:cubicBezTo>
                      <a:cubicBezTo>
                        <a:pt x="32" y="121"/>
                        <a:pt x="32" y="121"/>
                        <a:pt x="32" y="121"/>
                      </a:cubicBezTo>
                      <a:cubicBezTo>
                        <a:pt x="31" y="125"/>
                        <a:pt x="33" y="129"/>
                        <a:pt x="36" y="130"/>
                      </a:cubicBezTo>
                      <a:cubicBezTo>
                        <a:pt x="48" y="135"/>
                        <a:pt x="48" y="135"/>
                        <a:pt x="48" y="135"/>
                      </a:cubicBezTo>
                      <a:cubicBezTo>
                        <a:pt x="52" y="136"/>
                        <a:pt x="56" y="135"/>
                        <a:pt x="58" y="131"/>
                      </a:cubicBezTo>
                      <a:cubicBezTo>
                        <a:pt x="62" y="124"/>
                        <a:pt x="62" y="124"/>
                        <a:pt x="62" y="124"/>
                      </a:cubicBezTo>
                      <a:cubicBezTo>
                        <a:pt x="66" y="125"/>
                        <a:pt x="71" y="125"/>
                        <a:pt x="76" y="125"/>
                      </a:cubicBezTo>
                      <a:cubicBezTo>
                        <a:pt x="80" y="132"/>
                        <a:pt x="80" y="132"/>
                        <a:pt x="80" y="132"/>
                      </a:cubicBezTo>
                      <a:cubicBezTo>
                        <a:pt x="82" y="135"/>
                        <a:pt x="86" y="136"/>
                        <a:pt x="89" y="135"/>
                      </a:cubicBezTo>
                      <a:cubicBezTo>
                        <a:pt x="101" y="130"/>
                        <a:pt x="101" y="130"/>
                        <a:pt x="101" y="130"/>
                      </a:cubicBezTo>
                      <a:cubicBezTo>
                        <a:pt x="105" y="128"/>
                        <a:pt x="107" y="125"/>
                        <a:pt x="105" y="121"/>
                      </a:cubicBezTo>
                      <a:cubicBezTo>
                        <a:pt x="103" y="113"/>
                        <a:pt x="103" y="113"/>
                        <a:pt x="103" y="113"/>
                      </a:cubicBezTo>
                      <a:cubicBezTo>
                        <a:pt x="107" y="110"/>
                        <a:pt x="111" y="107"/>
                        <a:pt x="114" y="103"/>
                      </a:cubicBezTo>
                      <a:cubicBezTo>
                        <a:pt x="121" y="105"/>
                        <a:pt x="121" y="105"/>
                        <a:pt x="121" y="105"/>
                      </a:cubicBezTo>
                      <a:cubicBezTo>
                        <a:pt x="125" y="106"/>
                        <a:pt x="129" y="104"/>
                        <a:pt x="131" y="100"/>
                      </a:cubicBezTo>
                      <a:cubicBezTo>
                        <a:pt x="135" y="88"/>
                        <a:pt x="135" y="88"/>
                        <a:pt x="135" y="88"/>
                      </a:cubicBezTo>
                      <a:cubicBezTo>
                        <a:pt x="137" y="85"/>
                        <a:pt x="135" y="81"/>
                        <a:pt x="132" y="79"/>
                      </a:cubicBezTo>
                      <a:cubicBezTo>
                        <a:pt x="125" y="75"/>
                        <a:pt x="125" y="75"/>
                        <a:pt x="125" y="75"/>
                      </a:cubicBezTo>
                      <a:cubicBezTo>
                        <a:pt x="126" y="70"/>
                        <a:pt x="126" y="65"/>
                        <a:pt x="125" y="60"/>
                      </a:cubicBezTo>
                      <a:cubicBezTo>
                        <a:pt x="132" y="57"/>
                        <a:pt x="132" y="57"/>
                        <a:pt x="132" y="57"/>
                      </a:cubicBezTo>
                      <a:cubicBezTo>
                        <a:pt x="135" y="55"/>
                        <a:pt x="136" y="51"/>
                        <a:pt x="135" y="47"/>
                      </a:cubicBezTo>
                      <a:cubicBezTo>
                        <a:pt x="130" y="35"/>
                        <a:pt x="130" y="35"/>
                        <a:pt x="130" y="35"/>
                      </a:cubicBezTo>
                      <a:moveTo>
                        <a:pt x="46" y="59"/>
                      </a:moveTo>
                      <a:cubicBezTo>
                        <a:pt x="51" y="46"/>
                        <a:pt x="66" y="40"/>
                        <a:pt x="79" y="45"/>
                      </a:cubicBezTo>
                      <a:cubicBezTo>
                        <a:pt x="91" y="51"/>
                        <a:pt x="97" y="65"/>
                        <a:pt x="92" y="78"/>
                      </a:cubicBezTo>
                      <a:cubicBezTo>
                        <a:pt x="87" y="90"/>
                        <a:pt x="73" y="96"/>
                        <a:pt x="60" y="91"/>
                      </a:cubicBezTo>
                      <a:cubicBezTo>
                        <a:pt x="47" y="86"/>
                        <a:pt x="41" y="72"/>
                        <a:pt x="46" y="59"/>
                      </a:cubicBezTo>
                    </a:path>
                  </a:pathLst>
                </a:cu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sp>
            <p:nvSpPr>
              <p:cNvPr id="63" name="Freeform 7">
                <a:extLst>
                  <a:ext uri="{FF2B5EF4-FFF2-40B4-BE49-F238E27FC236}">
                    <a16:creationId xmlns:a16="http://schemas.microsoft.com/office/drawing/2014/main" id="{A717EC4D-1263-F700-804E-F1450BAB3BE8}"/>
                  </a:ext>
                </a:extLst>
              </p:cNvPr>
              <p:cNvSpPr>
                <a:spLocks noEditPoints="1"/>
              </p:cNvSpPr>
              <p:nvPr/>
            </p:nvSpPr>
            <p:spPr bwMode="auto">
              <a:xfrm rot="10800000">
                <a:off x="712788" y="4842595"/>
                <a:ext cx="309060" cy="307152"/>
              </a:xfrm>
              <a:custGeom>
                <a:avLst/>
                <a:gdLst>
                  <a:gd name="T0" fmla="*/ 130 w 137"/>
                  <a:gd name="T1" fmla="*/ 35 h 136"/>
                  <a:gd name="T2" fmla="*/ 121 w 137"/>
                  <a:gd name="T3" fmla="*/ 31 h 136"/>
                  <a:gd name="T4" fmla="*/ 113 w 137"/>
                  <a:gd name="T5" fmla="*/ 33 h 136"/>
                  <a:gd name="T6" fmla="*/ 103 w 137"/>
                  <a:gd name="T7" fmla="*/ 23 h 136"/>
                  <a:gd name="T8" fmla="*/ 105 w 137"/>
                  <a:gd name="T9" fmla="*/ 16 h 136"/>
                  <a:gd name="T10" fmla="*/ 101 w 137"/>
                  <a:gd name="T11" fmla="*/ 7 h 136"/>
                  <a:gd name="T12" fmla="*/ 89 w 137"/>
                  <a:gd name="T13" fmla="*/ 2 h 136"/>
                  <a:gd name="T14" fmla="*/ 80 w 137"/>
                  <a:gd name="T15" fmla="*/ 5 h 136"/>
                  <a:gd name="T16" fmla="*/ 76 w 137"/>
                  <a:gd name="T17" fmla="*/ 12 h 136"/>
                  <a:gd name="T18" fmla="*/ 61 w 137"/>
                  <a:gd name="T19" fmla="*/ 12 h 136"/>
                  <a:gd name="T20" fmla="*/ 57 w 137"/>
                  <a:gd name="T21" fmla="*/ 5 h 136"/>
                  <a:gd name="T22" fmla="*/ 48 w 137"/>
                  <a:gd name="T23" fmla="*/ 2 h 136"/>
                  <a:gd name="T24" fmla="*/ 36 w 137"/>
                  <a:gd name="T25" fmla="*/ 7 h 136"/>
                  <a:gd name="T26" fmla="*/ 32 w 137"/>
                  <a:gd name="T27" fmla="*/ 16 h 136"/>
                  <a:gd name="T28" fmla="*/ 34 w 137"/>
                  <a:gd name="T29" fmla="*/ 24 h 136"/>
                  <a:gd name="T30" fmla="*/ 24 w 137"/>
                  <a:gd name="T31" fmla="*/ 34 h 136"/>
                  <a:gd name="T32" fmla="*/ 16 w 137"/>
                  <a:gd name="T33" fmla="*/ 32 h 136"/>
                  <a:gd name="T34" fmla="*/ 7 w 137"/>
                  <a:gd name="T35" fmla="*/ 37 h 136"/>
                  <a:gd name="T36" fmla="*/ 2 w 137"/>
                  <a:gd name="T37" fmla="*/ 48 h 136"/>
                  <a:gd name="T38" fmla="*/ 5 w 137"/>
                  <a:gd name="T39" fmla="*/ 58 h 136"/>
                  <a:gd name="T40" fmla="*/ 13 w 137"/>
                  <a:gd name="T41" fmla="*/ 62 h 136"/>
                  <a:gd name="T42" fmla="*/ 13 w 137"/>
                  <a:gd name="T43" fmla="*/ 76 h 136"/>
                  <a:gd name="T44" fmla="*/ 6 w 137"/>
                  <a:gd name="T45" fmla="*/ 80 h 136"/>
                  <a:gd name="T46" fmla="*/ 2 w 137"/>
                  <a:gd name="T47" fmla="*/ 90 h 136"/>
                  <a:gd name="T48" fmla="*/ 7 w 137"/>
                  <a:gd name="T49" fmla="*/ 101 h 136"/>
                  <a:gd name="T50" fmla="*/ 16 w 137"/>
                  <a:gd name="T51" fmla="*/ 106 h 136"/>
                  <a:gd name="T52" fmla="*/ 25 w 137"/>
                  <a:gd name="T53" fmla="*/ 103 h 136"/>
                  <a:gd name="T54" fmla="*/ 34 w 137"/>
                  <a:gd name="T55" fmla="*/ 113 h 136"/>
                  <a:gd name="T56" fmla="*/ 32 w 137"/>
                  <a:gd name="T57" fmla="*/ 121 h 136"/>
                  <a:gd name="T58" fmla="*/ 36 w 137"/>
                  <a:gd name="T59" fmla="*/ 130 h 136"/>
                  <a:gd name="T60" fmla="*/ 48 w 137"/>
                  <a:gd name="T61" fmla="*/ 135 h 136"/>
                  <a:gd name="T62" fmla="*/ 58 w 137"/>
                  <a:gd name="T63" fmla="*/ 131 h 136"/>
                  <a:gd name="T64" fmla="*/ 62 w 137"/>
                  <a:gd name="T65" fmla="*/ 124 h 136"/>
                  <a:gd name="T66" fmla="*/ 76 w 137"/>
                  <a:gd name="T67" fmla="*/ 125 h 136"/>
                  <a:gd name="T68" fmla="*/ 80 w 137"/>
                  <a:gd name="T69" fmla="*/ 132 h 136"/>
                  <a:gd name="T70" fmla="*/ 89 w 137"/>
                  <a:gd name="T71" fmla="*/ 135 h 136"/>
                  <a:gd name="T72" fmla="*/ 101 w 137"/>
                  <a:gd name="T73" fmla="*/ 130 h 136"/>
                  <a:gd name="T74" fmla="*/ 105 w 137"/>
                  <a:gd name="T75" fmla="*/ 121 h 136"/>
                  <a:gd name="T76" fmla="*/ 103 w 137"/>
                  <a:gd name="T77" fmla="*/ 113 h 136"/>
                  <a:gd name="T78" fmla="*/ 114 w 137"/>
                  <a:gd name="T79" fmla="*/ 103 h 136"/>
                  <a:gd name="T80" fmla="*/ 121 w 137"/>
                  <a:gd name="T81" fmla="*/ 105 h 136"/>
                  <a:gd name="T82" fmla="*/ 131 w 137"/>
                  <a:gd name="T83" fmla="*/ 100 h 136"/>
                  <a:gd name="T84" fmla="*/ 135 w 137"/>
                  <a:gd name="T85" fmla="*/ 88 h 136"/>
                  <a:gd name="T86" fmla="*/ 132 w 137"/>
                  <a:gd name="T87" fmla="*/ 79 h 136"/>
                  <a:gd name="T88" fmla="*/ 125 w 137"/>
                  <a:gd name="T89" fmla="*/ 75 h 136"/>
                  <a:gd name="T90" fmla="*/ 125 w 137"/>
                  <a:gd name="T91" fmla="*/ 60 h 136"/>
                  <a:gd name="T92" fmla="*/ 132 w 137"/>
                  <a:gd name="T93" fmla="*/ 57 h 136"/>
                  <a:gd name="T94" fmla="*/ 135 w 137"/>
                  <a:gd name="T95" fmla="*/ 47 h 136"/>
                  <a:gd name="T96" fmla="*/ 130 w 137"/>
                  <a:gd name="T97" fmla="*/ 35 h 136"/>
                  <a:gd name="T98" fmla="*/ 46 w 137"/>
                  <a:gd name="T99" fmla="*/ 59 h 136"/>
                  <a:gd name="T100" fmla="*/ 79 w 137"/>
                  <a:gd name="T101" fmla="*/ 45 h 136"/>
                  <a:gd name="T102" fmla="*/ 92 w 137"/>
                  <a:gd name="T103" fmla="*/ 78 h 136"/>
                  <a:gd name="T104" fmla="*/ 60 w 137"/>
                  <a:gd name="T105" fmla="*/ 91 h 136"/>
                  <a:gd name="T106" fmla="*/ 46 w 137"/>
                  <a:gd name="T107" fmla="*/ 59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7" h="136">
                    <a:moveTo>
                      <a:pt x="130" y="35"/>
                    </a:moveTo>
                    <a:cubicBezTo>
                      <a:pt x="128" y="32"/>
                      <a:pt x="125" y="30"/>
                      <a:pt x="121" y="31"/>
                    </a:cubicBezTo>
                    <a:cubicBezTo>
                      <a:pt x="113" y="33"/>
                      <a:pt x="113" y="33"/>
                      <a:pt x="113" y="33"/>
                    </a:cubicBezTo>
                    <a:cubicBezTo>
                      <a:pt x="111" y="30"/>
                      <a:pt x="107" y="26"/>
                      <a:pt x="103" y="23"/>
                    </a:cubicBezTo>
                    <a:cubicBezTo>
                      <a:pt x="105" y="16"/>
                      <a:pt x="105" y="16"/>
                      <a:pt x="105" y="16"/>
                    </a:cubicBezTo>
                    <a:cubicBezTo>
                      <a:pt x="106" y="12"/>
                      <a:pt x="105" y="8"/>
                      <a:pt x="101" y="7"/>
                    </a:cubicBezTo>
                    <a:cubicBezTo>
                      <a:pt x="89" y="2"/>
                      <a:pt x="89" y="2"/>
                      <a:pt x="89" y="2"/>
                    </a:cubicBezTo>
                    <a:cubicBezTo>
                      <a:pt x="86" y="1"/>
                      <a:pt x="81" y="2"/>
                      <a:pt x="80" y="5"/>
                    </a:cubicBezTo>
                    <a:cubicBezTo>
                      <a:pt x="76" y="12"/>
                      <a:pt x="76" y="12"/>
                      <a:pt x="76" y="12"/>
                    </a:cubicBezTo>
                    <a:cubicBezTo>
                      <a:pt x="71" y="12"/>
                      <a:pt x="66" y="12"/>
                      <a:pt x="61" y="12"/>
                    </a:cubicBezTo>
                    <a:cubicBezTo>
                      <a:pt x="57" y="5"/>
                      <a:pt x="57" y="5"/>
                      <a:pt x="57" y="5"/>
                    </a:cubicBezTo>
                    <a:cubicBezTo>
                      <a:pt x="56" y="2"/>
                      <a:pt x="51" y="0"/>
                      <a:pt x="48" y="2"/>
                    </a:cubicBezTo>
                    <a:cubicBezTo>
                      <a:pt x="36" y="7"/>
                      <a:pt x="36" y="7"/>
                      <a:pt x="36" y="7"/>
                    </a:cubicBezTo>
                    <a:cubicBezTo>
                      <a:pt x="33" y="8"/>
                      <a:pt x="31" y="12"/>
                      <a:pt x="32" y="16"/>
                    </a:cubicBezTo>
                    <a:cubicBezTo>
                      <a:pt x="34" y="24"/>
                      <a:pt x="34" y="24"/>
                      <a:pt x="34" y="24"/>
                    </a:cubicBezTo>
                    <a:cubicBezTo>
                      <a:pt x="30" y="27"/>
                      <a:pt x="27" y="31"/>
                      <a:pt x="24" y="34"/>
                    </a:cubicBezTo>
                    <a:cubicBezTo>
                      <a:pt x="16" y="32"/>
                      <a:pt x="16" y="32"/>
                      <a:pt x="16" y="32"/>
                    </a:cubicBezTo>
                    <a:cubicBezTo>
                      <a:pt x="12" y="31"/>
                      <a:pt x="8" y="33"/>
                      <a:pt x="7" y="37"/>
                    </a:cubicBezTo>
                    <a:cubicBezTo>
                      <a:pt x="2" y="48"/>
                      <a:pt x="2" y="48"/>
                      <a:pt x="2" y="48"/>
                    </a:cubicBezTo>
                    <a:cubicBezTo>
                      <a:pt x="0" y="52"/>
                      <a:pt x="2" y="56"/>
                      <a:pt x="5" y="58"/>
                    </a:cubicBezTo>
                    <a:cubicBezTo>
                      <a:pt x="13" y="62"/>
                      <a:pt x="13" y="62"/>
                      <a:pt x="13" y="62"/>
                    </a:cubicBezTo>
                    <a:cubicBezTo>
                      <a:pt x="13" y="67"/>
                      <a:pt x="13" y="71"/>
                      <a:pt x="13" y="76"/>
                    </a:cubicBezTo>
                    <a:cubicBezTo>
                      <a:pt x="6" y="80"/>
                      <a:pt x="6" y="80"/>
                      <a:pt x="6" y="80"/>
                    </a:cubicBezTo>
                    <a:cubicBezTo>
                      <a:pt x="2" y="82"/>
                      <a:pt x="1" y="86"/>
                      <a:pt x="2" y="90"/>
                    </a:cubicBezTo>
                    <a:cubicBezTo>
                      <a:pt x="7" y="101"/>
                      <a:pt x="7" y="101"/>
                      <a:pt x="7" y="101"/>
                    </a:cubicBezTo>
                    <a:cubicBezTo>
                      <a:pt x="9" y="105"/>
                      <a:pt x="13" y="107"/>
                      <a:pt x="16" y="106"/>
                    </a:cubicBezTo>
                    <a:cubicBezTo>
                      <a:pt x="25" y="103"/>
                      <a:pt x="25" y="103"/>
                      <a:pt x="25" y="103"/>
                    </a:cubicBezTo>
                    <a:cubicBezTo>
                      <a:pt x="28" y="107"/>
                      <a:pt x="31" y="110"/>
                      <a:pt x="34" y="113"/>
                    </a:cubicBezTo>
                    <a:cubicBezTo>
                      <a:pt x="32" y="121"/>
                      <a:pt x="32" y="121"/>
                      <a:pt x="32" y="121"/>
                    </a:cubicBezTo>
                    <a:cubicBezTo>
                      <a:pt x="31" y="125"/>
                      <a:pt x="33" y="129"/>
                      <a:pt x="36" y="130"/>
                    </a:cubicBezTo>
                    <a:cubicBezTo>
                      <a:pt x="48" y="135"/>
                      <a:pt x="48" y="135"/>
                      <a:pt x="48" y="135"/>
                    </a:cubicBezTo>
                    <a:cubicBezTo>
                      <a:pt x="52" y="136"/>
                      <a:pt x="56" y="135"/>
                      <a:pt x="58" y="131"/>
                    </a:cubicBezTo>
                    <a:cubicBezTo>
                      <a:pt x="62" y="124"/>
                      <a:pt x="62" y="124"/>
                      <a:pt x="62" y="124"/>
                    </a:cubicBezTo>
                    <a:cubicBezTo>
                      <a:pt x="66" y="125"/>
                      <a:pt x="71" y="125"/>
                      <a:pt x="76" y="125"/>
                    </a:cubicBezTo>
                    <a:cubicBezTo>
                      <a:pt x="80" y="132"/>
                      <a:pt x="80" y="132"/>
                      <a:pt x="80" y="132"/>
                    </a:cubicBezTo>
                    <a:cubicBezTo>
                      <a:pt x="82" y="135"/>
                      <a:pt x="86" y="136"/>
                      <a:pt x="89" y="135"/>
                    </a:cubicBezTo>
                    <a:cubicBezTo>
                      <a:pt x="101" y="130"/>
                      <a:pt x="101" y="130"/>
                      <a:pt x="101" y="130"/>
                    </a:cubicBezTo>
                    <a:cubicBezTo>
                      <a:pt x="105" y="128"/>
                      <a:pt x="107" y="125"/>
                      <a:pt x="105" y="121"/>
                    </a:cubicBezTo>
                    <a:cubicBezTo>
                      <a:pt x="103" y="113"/>
                      <a:pt x="103" y="113"/>
                      <a:pt x="103" y="113"/>
                    </a:cubicBezTo>
                    <a:cubicBezTo>
                      <a:pt x="107" y="110"/>
                      <a:pt x="111" y="107"/>
                      <a:pt x="114" y="103"/>
                    </a:cubicBezTo>
                    <a:cubicBezTo>
                      <a:pt x="121" y="105"/>
                      <a:pt x="121" y="105"/>
                      <a:pt x="121" y="105"/>
                    </a:cubicBezTo>
                    <a:cubicBezTo>
                      <a:pt x="125" y="106"/>
                      <a:pt x="129" y="104"/>
                      <a:pt x="131" y="100"/>
                    </a:cubicBezTo>
                    <a:cubicBezTo>
                      <a:pt x="135" y="88"/>
                      <a:pt x="135" y="88"/>
                      <a:pt x="135" y="88"/>
                    </a:cubicBezTo>
                    <a:cubicBezTo>
                      <a:pt x="137" y="85"/>
                      <a:pt x="135" y="81"/>
                      <a:pt x="132" y="79"/>
                    </a:cubicBezTo>
                    <a:cubicBezTo>
                      <a:pt x="125" y="75"/>
                      <a:pt x="125" y="75"/>
                      <a:pt x="125" y="75"/>
                    </a:cubicBezTo>
                    <a:cubicBezTo>
                      <a:pt x="126" y="70"/>
                      <a:pt x="126" y="65"/>
                      <a:pt x="125" y="60"/>
                    </a:cubicBezTo>
                    <a:cubicBezTo>
                      <a:pt x="132" y="57"/>
                      <a:pt x="132" y="57"/>
                      <a:pt x="132" y="57"/>
                    </a:cubicBezTo>
                    <a:cubicBezTo>
                      <a:pt x="135" y="55"/>
                      <a:pt x="136" y="51"/>
                      <a:pt x="135" y="47"/>
                    </a:cubicBezTo>
                    <a:cubicBezTo>
                      <a:pt x="130" y="35"/>
                      <a:pt x="130" y="35"/>
                      <a:pt x="130" y="35"/>
                    </a:cubicBezTo>
                    <a:moveTo>
                      <a:pt x="46" y="59"/>
                    </a:moveTo>
                    <a:cubicBezTo>
                      <a:pt x="51" y="46"/>
                      <a:pt x="66" y="40"/>
                      <a:pt x="79" y="45"/>
                    </a:cubicBezTo>
                    <a:cubicBezTo>
                      <a:pt x="91" y="51"/>
                      <a:pt x="97" y="65"/>
                      <a:pt x="92" y="78"/>
                    </a:cubicBezTo>
                    <a:cubicBezTo>
                      <a:pt x="87" y="90"/>
                      <a:pt x="73" y="96"/>
                      <a:pt x="60" y="91"/>
                    </a:cubicBezTo>
                    <a:cubicBezTo>
                      <a:pt x="47" y="86"/>
                      <a:pt x="41" y="72"/>
                      <a:pt x="46" y="59"/>
                    </a:cubicBezTo>
                  </a:path>
                </a:pathLst>
              </a:cu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grpSp>
        <p:nvGrpSpPr>
          <p:cNvPr id="69" name="Gruppieren 68">
            <a:extLst>
              <a:ext uri="{FF2B5EF4-FFF2-40B4-BE49-F238E27FC236}">
                <a16:creationId xmlns:a16="http://schemas.microsoft.com/office/drawing/2014/main" id="{D3DDE3B1-AAC3-F5BC-A7A7-AE03BF75B353}"/>
              </a:ext>
            </a:extLst>
          </p:cNvPr>
          <p:cNvGrpSpPr/>
          <p:nvPr userDrawn="1"/>
        </p:nvGrpSpPr>
        <p:grpSpPr>
          <a:xfrm>
            <a:off x="432439" y="1107453"/>
            <a:ext cx="512177" cy="696240"/>
            <a:chOff x="559116" y="1278270"/>
            <a:chExt cx="512177" cy="696240"/>
          </a:xfrm>
        </p:grpSpPr>
        <p:sp>
          <p:nvSpPr>
            <p:cNvPr id="70" name="Freeform 7">
              <a:extLst>
                <a:ext uri="{FF2B5EF4-FFF2-40B4-BE49-F238E27FC236}">
                  <a16:creationId xmlns:a16="http://schemas.microsoft.com/office/drawing/2014/main" id="{6C191068-8FD6-8787-D31E-C94FFB8FC435}"/>
                </a:ext>
              </a:extLst>
            </p:cNvPr>
            <p:cNvSpPr>
              <a:spLocks/>
            </p:cNvSpPr>
            <p:nvPr/>
          </p:nvSpPr>
          <p:spPr bwMode="auto">
            <a:xfrm>
              <a:off x="559116" y="1278270"/>
              <a:ext cx="512176" cy="696240"/>
            </a:xfrm>
            <a:custGeom>
              <a:avLst/>
              <a:gdLst>
                <a:gd name="T0" fmla="*/ 190 w 190"/>
                <a:gd name="T1" fmla="*/ 67 h 258"/>
                <a:gd name="T2" fmla="*/ 123 w 190"/>
                <a:gd name="T3" fmla="*/ 0 h 258"/>
                <a:gd name="T4" fmla="*/ 123 w 190"/>
                <a:gd name="T5" fmla="*/ 0 h 258"/>
                <a:gd name="T6" fmla="*/ 15 w 190"/>
                <a:gd name="T7" fmla="*/ 0 h 258"/>
                <a:gd name="T8" fmla="*/ 0 w 190"/>
                <a:gd name="T9" fmla="*/ 14 h 258"/>
                <a:gd name="T10" fmla="*/ 0 w 190"/>
                <a:gd name="T11" fmla="*/ 243 h 258"/>
                <a:gd name="T12" fmla="*/ 15 w 190"/>
                <a:gd name="T13" fmla="*/ 258 h 258"/>
                <a:gd name="T14" fmla="*/ 176 w 190"/>
                <a:gd name="T15" fmla="*/ 258 h 258"/>
                <a:gd name="T16" fmla="*/ 190 w 190"/>
                <a:gd name="T17" fmla="*/ 243 h 258"/>
                <a:gd name="T18" fmla="*/ 190 w 190"/>
                <a:gd name="T19" fmla="*/ 67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0" h="258">
                  <a:moveTo>
                    <a:pt x="190" y="67"/>
                  </a:moveTo>
                  <a:cubicBezTo>
                    <a:pt x="123" y="0"/>
                    <a:pt x="123" y="0"/>
                    <a:pt x="123" y="0"/>
                  </a:cubicBezTo>
                  <a:cubicBezTo>
                    <a:pt x="123" y="0"/>
                    <a:pt x="123" y="0"/>
                    <a:pt x="123" y="0"/>
                  </a:cubicBezTo>
                  <a:cubicBezTo>
                    <a:pt x="15" y="0"/>
                    <a:pt x="15" y="0"/>
                    <a:pt x="15" y="0"/>
                  </a:cubicBezTo>
                  <a:cubicBezTo>
                    <a:pt x="7" y="0"/>
                    <a:pt x="0" y="6"/>
                    <a:pt x="0" y="14"/>
                  </a:cubicBezTo>
                  <a:cubicBezTo>
                    <a:pt x="0" y="243"/>
                    <a:pt x="0" y="243"/>
                    <a:pt x="0" y="243"/>
                  </a:cubicBezTo>
                  <a:cubicBezTo>
                    <a:pt x="0" y="251"/>
                    <a:pt x="7" y="258"/>
                    <a:pt x="15" y="258"/>
                  </a:cubicBezTo>
                  <a:cubicBezTo>
                    <a:pt x="176" y="258"/>
                    <a:pt x="176" y="258"/>
                    <a:pt x="176" y="258"/>
                  </a:cubicBezTo>
                  <a:cubicBezTo>
                    <a:pt x="184" y="258"/>
                    <a:pt x="190" y="251"/>
                    <a:pt x="190" y="243"/>
                  </a:cubicBezTo>
                  <a:cubicBezTo>
                    <a:pt x="190" y="67"/>
                    <a:pt x="190" y="67"/>
                    <a:pt x="190" y="67"/>
                  </a:cubicBezTo>
                  <a:close/>
                </a:path>
              </a:pathLst>
            </a:custGeom>
            <a:solidFill>
              <a:schemeClr val="bg1"/>
            </a:solidFill>
            <a:ln w="19050">
              <a:solidFill>
                <a:srgbClr val="283F64"/>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71" name="Freeform 8">
              <a:extLst>
                <a:ext uri="{FF2B5EF4-FFF2-40B4-BE49-F238E27FC236}">
                  <a16:creationId xmlns:a16="http://schemas.microsoft.com/office/drawing/2014/main" id="{2D10AFAB-EB12-867F-D283-B8B5D26C4E70}"/>
                </a:ext>
              </a:extLst>
            </p:cNvPr>
            <p:cNvSpPr>
              <a:spLocks/>
            </p:cNvSpPr>
            <p:nvPr/>
          </p:nvSpPr>
          <p:spPr bwMode="auto">
            <a:xfrm>
              <a:off x="890659" y="1278270"/>
              <a:ext cx="180634" cy="180634"/>
            </a:xfrm>
            <a:custGeom>
              <a:avLst/>
              <a:gdLst>
                <a:gd name="T0" fmla="*/ 0 w 67"/>
                <a:gd name="T1" fmla="*/ 0 h 67"/>
                <a:gd name="T2" fmla="*/ 0 w 67"/>
                <a:gd name="T3" fmla="*/ 0 h 67"/>
                <a:gd name="T4" fmla="*/ 0 w 67"/>
                <a:gd name="T5" fmla="*/ 53 h 67"/>
                <a:gd name="T6" fmla="*/ 14 w 67"/>
                <a:gd name="T7" fmla="*/ 67 h 67"/>
                <a:gd name="T8" fmla="*/ 67 w 67"/>
                <a:gd name="T9" fmla="*/ 67 h 67"/>
                <a:gd name="T10" fmla="*/ 67 w 67"/>
                <a:gd name="T11" fmla="*/ 67 h 67"/>
                <a:gd name="T12" fmla="*/ 0 w 67"/>
                <a:gd name="T13" fmla="*/ 0 h 67"/>
              </a:gdLst>
              <a:ahLst/>
              <a:cxnLst>
                <a:cxn ang="0">
                  <a:pos x="T0" y="T1"/>
                </a:cxn>
                <a:cxn ang="0">
                  <a:pos x="T2" y="T3"/>
                </a:cxn>
                <a:cxn ang="0">
                  <a:pos x="T4" y="T5"/>
                </a:cxn>
                <a:cxn ang="0">
                  <a:pos x="T6" y="T7"/>
                </a:cxn>
                <a:cxn ang="0">
                  <a:pos x="T8" y="T9"/>
                </a:cxn>
                <a:cxn ang="0">
                  <a:pos x="T10" y="T11"/>
                </a:cxn>
                <a:cxn ang="0">
                  <a:pos x="T12" y="T13"/>
                </a:cxn>
              </a:cxnLst>
              <a:rect l="0" t="0" r="r" b="b"/>
              <a:pathLst>
                <a:path w="67" h="67">
                  <a:moveTo>
                    <a:pt x="0" y="0"/>
                  </a:moveTo>
                  <a:cubicBezTo>
                    <a:pt x="0" y="0"/>
                    <a:pt x="0" y="0"/>
                    <a:pt x="0" y="0"/>
                  </a:cubicBezTo>
                  <a:cubicBezTo>
                    <a:pt x="0" y="53"/>
                    <a:pt x="0" y="53"/>
                    <a:pt x="0" y="53"/>
                  </a:cubicBezTo>
                  <a:cubicBezTo>
                    <a:pt x="0" y="61"/>
                    <a:pt x="6" y="67"/>
                    <a:pt x="14" y="67"/>
                  </a:cubicBezTo>
                  <a:cubicBezTo>
                    <a:pt x="67" y="67"/>
                    <a:pt x="67" y="67"/>
                    <a:pt x="67" y="67"/>
                  </a:cubicBezTo>
                  <a:cubicBezTo>
                    <a:pt x="67" y="67"/>
                    <a:pt x="67" y="67"/>
                    <a:pt x="67" y="67"/>
                  </a:cubicBezTo>
                  <a:lnTo>
                    <a:pt x="0" y="0"/>
                  </a:lnTo>
                  <a:close/>
                </a:path>
              </a:pathLst>
            </a:custGeom>
            <a:solidFill>
              <a:schemeClr val="bg1"/>
            </a:solidFill>
            <a:ln w="19050">
              <a:solidFill>
                <a:srgbClr val="283F64"/>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nvGrpSpPr>
            <p:cNvPr id="72" name="Gruppieren 71">
              <a:extLst>
                <a:ext uri="{FF2B5EF4-FFF2-40B4-BE49-F238E27FC236}">
                  <a16:creationId xmlns:a16="http://schemas.microsoft.com/office/drawing/2014/main" id="{5CAE7F38-0BD2-58F3-BAA7-380B36A8024A}"/>
                </a:ext>
              </a:extLst>
            </p:cNvPr>
            <p:cNvGrpSpPr/>
            <p:nvPr/>
          </p:nvGrpSpPr>
          <p:grpSpPr>
            <a:xfrm>
              <a:off x="615136" y="1496631"/>
              <a:ext cx="388705" cy="374986"/>
              <a:chOff x="4054476" y="4141788"/>
              <a:chExt cx="539750" cy="520700"/>
            </a:xfrm>
            <a:solidFill>
              <a:srgbClr val="283F64"/>
            </a:solidFill>
          </p:grpSpPr>
          <p:sp>
            <p:nvSpPr>
              <p:cNvPr id="73" name="Freeform 9">
                <a:extLst>
                  <a:ext uri="{FF2B5EF4-FFF2-40B4-BE49-F238E27FC236}">
                    <a16:creationId xmlns:a16="http://schemas.microsoft.com/office/drawing/2014/main" id="{D340FC9A-8884-60D5-895E-9CD09164DE10}"/>
                  </a:ext>
                </a:extLst>
              </p:cNvPr>
              <p:cNvSpPr>
                <a:spLocks/>
              </p:cNvSpPr>
              <p:nvPr/>
            </p:nvSpPr>
            <p:spPr bwMode="auto">
              <a:xfrm>
                <a:off x="4249738" y="4232275"/>
                <a:ext cx="344488" cy="41275"/>
              </a:xfrm>
              <a:custGeom>
                <a:avLst/>
                <a:gdLst>
                  <a:gd name="T0" fmla="*/ 92 w 92"/>
                  <a:gd name="T1" fmla="*/ 6 h 11"/>
                  <a:gd name="T2" fmla="*/ 85 w 92"/>
                  <a:gd name="T3" fmla="*/ 11 h 11"/>
                  <a:gd name="T4" fmla="*/ 7 w 92"/>
                  <a:gd name="T5" fmla="*/ 11 h 11"/>
                  <a:gd name="T6" fmla="*/ 0 w 92"/>
                  <a:gd name="T7" fmla="*/ 6 h 11"/>
                  <a:gd name="T8" fmla="*/ 7 w 92"/>
                  <a:gd name="T9" fmla="*/ 0 h 11"/>
                  <a:gd name="T10" fmla="*/ 85 w 92"/>
                  <a:gd name="T11" fmla="*/ 0 h 11"/>
                  <a:gd name="T12" fmla="*/ 92 w 92"/>
                  <a:gd name="T13" fmla="*/ 6 h 11"/>
                </a:gdLst>
                <a:ahLst/>
                <a:cxnLst>
                  <a:cxn ang="0">
                    <a:pos x="T0" y="T1"/>
                  </a:cxn>
                  <a:cxn ang="0">
                    <a:pos x="T2" y="T3"/>
                  </a:cxn>
                  <a:cxn ang="0">
                    <a:pos x="T4" y="T5"/>
                  </a:cxn>
                  <a:cxn ang="0">
                    <a:pos x="T6" y="T7"/>
                  </a:cxn>
                  <a:cxn ang="0">
                    <a:pos x="T8" y="T9"/>
                  </a:cxn>
                  <a:cxn ang="0">
                    <a:pos x="T10" y="T11"/>
                  </a:cxn>
                  <a:cxn ang="0">
                    <a:pos x="T12" y="T13"/>
                  </a:cxn>
                </a:cxnLst>
                <a:rect l="0" t="0" r="r" b="b"/>
                <a:pathLst>
                  <a:path w="92" h="11">
                    <a:moveTo>
                      <a:pt x="92" y="6"/>
                    </a:moveTo>
                    <a:cubicBezTo>
                      <a:pt x="92" y="9"/>
                      <a:pt x="89" y="11"/>
                      <a:pt x="85" y="11"/>
                    </a:cubicBezTo>
                    <a:cubicBezTo>
                      <a:pt x="7" y="11"/>
                      <a:pt x="7" y="11"/>
                      <a:pt x="7" y="11"/>
                    </a:cubicBezTo>
                    <a:cubicBezTo>
                      <a:pt x="4" y="11"/>
                      <a:pt x="0" y="9"/>
                      <a:pt x="0" y="6"/>
                    </a:cubicBezTo>
                    <a:cubicBezTo>
                      <a:pt x="0" y="3"/>
                      <a:pt x="4" y="0"/>
                      <a:pt x="7" y="0"/>
                    </a:cubicBezTo>
                    <a:cubicBezTo>
                      <a:pt x="85" y="0"/>
                      <a:pt x="85" y="0"/>
                      <a:pt x="85" y="0"/>
                    </a:cubicBezTo>
                    <a:cubicBezTo>
                      <a:pt x="89" y="0"/>
                      <a:pt x="92" y="3"/>
                      <a:pt x="9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4" name="Freeform 10">
                <a:extLst>
                  <a:ext uri="{FF2B5EF4-FFF2-40B4-BE49-F238E27FC236}">
                    <a16:creationId xmlns:a16="http://schemas.microsoft.com/office/drawing/2014/main" id="{F5505167-CA40-63B5-55A7-135FF2D02E25}"/>
                  </a:ext>
                </a:extLst>
              </p:cNvPr>
              <p:cNvSpPr>
                <a:spLocks/>
              </p:cNvSpPr>
              <p:nvPr/>
            </p:nvSpPr>
            <p:spPr bwMode="auto">
              <a:xfrm>
                <a:off x="4249738" y="4427538"/>
                <a:ext cx="344488" cy="41275"/>
              </a:xfrm>
              <a:custGeom>
                <a:avLst/>
                <a:gdLst>
                  <a:gd name="T0" fmla="*/ 92 w 92"/>
                  <a:gd name="T1" fmla="*/ 6 h 11"/>
                  <a:gd name="T2" fmla="*/ 85 w 92"/>
                  <a:gd name="T3" fmla="*/ 11 h 11"/>
                  <a:gd name="T4" fmla="*/ 7 w 92"/>
                  <a:gd name="T5" fmla="*/ 11 h 11"/>
                  <a:gd name="T6" fmla="*/ 0 w 92"/>
                  <a:gd name="T7" fmla="*/ 6 h 11"/>
                  <a:gd name="T8" fmla="*/ 7 w 92"/>
                  <a:gd name="T9" fmla="*/ 0 h 11"/>
                  <a:gd name="T10" fmla="*/ 85 w 92"/>
                  <a:gd name="T11" fmla="*/ 0 h 11"/>
                  <a:gd name="T12" fmla="*/ 92 w 92"/>
                  <a:gd name="T13" fmla="*/ 6 h 11"/>
                </a:gdLst>
                <a:ahLst/>
                <a:cxnLst>
                  <a:cxn ang="0">
                    <a:pos x="T0" y="T1"/>
                  </a:cxn>
                  <a:cxn ang="0">
                    <a:pos x="T2" y="T3"/>
                  </a:cxn>
                  <a:cxn ang="0">
                    <a:pos x="T4" y="T5"/>
                  </a:cxn>
                  <a:cxn ang="0">
                    <a:pos x="T6" y="T7"/>
                  </a:cxn>
                  <a:cxn ang="0">
                    <a:pos x="T8" y="T9"/>
                  </a:cxn>
                  <a:cxn ang="0">
                    <a:pos x="T10" y="T11"/>
                  </a:cxn>
                  <a:cxn ang="0">
                    <a:pos x="T12" y="T13"/>
                  </a:cxn>
                </a:cxnLst>
                <a:rect l="0" t="0" r="r" b="b"/>
                <a:pathLst>
                  <a:path w="92" h="11">
                    <a:moveTo>
                      <a:pt x="92" y="6"/>
                    </a:moveTo>
                    <a:cubicBezTo>
                      <a:pt x="92" y="9"/>
                      <a:pt x="89" y="11"/>
                      <a:pt x="85" y="11"/>
                    </a:cubicBezTo>
                    <a:cubicBezTo>
                      <a:pt x="7" y="11"/>
                      <a:pt x="7" y="11"/>
                      <a:pt x="7" y="11"/>
                    </a:cubicBezTo>
                    <a:cubicBezTo>
                      <a:pt x="4" y="11"/>
                      <a:pt x="0" y="9"/>
                      <a:pt x="0" y="6"/>
                    </a:cubicBezTo>
                    <a:cubicBezTo>
                      <a:pt x="0" y="3"/>
                      <a:pt x="4" y="0"/>
                      <a:pt x="7" y="0"/>
                    </a:cubicBezTo>
                    <a:cubicBezTo>
                      <a:pt x="85" y="0"/>
                      <a:pt x="85" y="0"/>
                      <a:pt x="85" y="0"/>
                    </a:cubicBezTo>
                    <a:cubicBezTo>
                      <a:pt x="89" y="0"/>
                      <a:pt x="92" y="3"/>
                      <a:pt x="9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5" name="Freeform 11">
                <a:extLst>
                  <a:ext uri="{FF2B5EF4-FFF2-40B4-BE49-F238E27FC236}">
                    <a16:creationId xmlns:a16="http://schemas.microsoft.com/office/drawing/2014/main" id="{0D2FE5EB-BEA3-B957-A489-E168728416DB}"/>
                  </a:ext>
                </a:extLst>
              </p:cNvPr>
              <p:cNvSpPr>
                <a:spLocks/>
              </p:cNvSpPr>
              <p:nvPr/>
            </p:nvSpPr>
            <p:spPr bwMode="auto">
              <a:xfrm>
                <a:off x="4249738" y="4621213"/>
                <a:ext cx="344488" cy="41275"/>
              </a:xfrm>
              <a:custGeom>
                <a:avLst/>
                <a:gdLst>
                  <a:gd name="T0" fmla="*/ 92 w 92"/>
                  <a:gd name="T1" fmla="*/ 6 h 11"/>
                  <a:gd name="T2" fmla="*/ 85 w 92"/>
                  <a:gd name="T3" fmla="*/ 11 h 11"/>
                  <a:gd name="T4" fmla="*/ 7 w 92"/>
                  <a:gd name="T5" fmla="*/ 11 h 11"/>
                  <a:gd name="T6" fmla="*/ 0 w 92"/>
                  <a:gd name="T7" fmla="*/ 6 h 11"/>
                  <a:gd name="T8" fmla="*/ 7 w 92"/>
                  <a:gd name="T9" fmla="*/ 0 h 11"/>
                  <a:gd name="T10" fmla="*/ 85 w 92"/>
                  <a:gd name="T11" fmla="*/ 0 h 11"/>
                  <a:gd name="T12" fmla="*/ 92 w 92"/>
                  <a:gd name="T13" fmla="*/ 6 h 11"/>
                </a:gdLst>
                <a:ahLst/>
                <a:cxnLst>
                  <a:cxn ang="0">
                    <a:pos x="T0" y="T1"/>
                  </a:cxn>
                  <a:cxn ang="0">
                    <a:pos x="T2" y="T3"/>
                  </a:cxn>
                  <a:cxn ang="0">
                    <a:pos x="T4" y="T5"/>
                  </a:cxn>
                  <a:cxn ang="0">
                    <a:pos x="T6" y="T7"/>
                  </a:cxn>
                  <a:cxn ang="0">
                    <a:pos x="T8" y="T9"/>
                  </a:cxn>
                  <a:cxn ang="0">
                    <a:pos x="T10" y="T11"/>
                  </a:cxn>
                  <a:cxn ang="0">
                    <a:pos x="T12" y="T13"/>
                  </a:cxn>
                </a:cxnLst>
                <a:rect l="0" t="0" r="r" b="b"/>
                <a:pathLst>
                  <a:path w="92" h="11">
                    <a:moveTo>
                      <a:pt x="92" y="6"/>
                    </a:moveTo>
                    <a:cubicBezTo>
                      <a:pt x="92" y="9"/>
                      <a:pt x="89" y="11"/>
                      <a:pt x="85" y="11"/>
                    </a:cubicBezTo>
                    <a:cubicBezTo>
                      <a:pt x="7" y="11"/>
                      <a:pt x="7" y="11"/>
                      <a:pt x="7" y="11"/>
                    </a:cubicBezTo>
                    <a:cubicBezTo>
                      <a:pt x="4" y="11"/>
                      <a:pt x="0" y="9"/>
                      <a:pt x="0" y="6"/>
                    </a:cubicBezTo>
                    <a:cubicBezTo>
                      <a:pt x="0" y="3"/>
                      <a:pt x="4" y="0"/>
                      <a:pt x="7" y="0"/>
                    </a:cubicBezTo>
                    <a:cubicBezTo>
                      <a:pt x="85" y="0"/>
                      <a:pt x="85" y="0"/>
                      <a:pt x="85" y="0"/>
                    </a:cubicBezTo>
                    <a:cubicBezTo>
                      <a:pt x="89" y="0"/>
                      <a:pt x="92" y="3"/>
                      <a:pt x="9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6" name="Freeform 12">
                <a:extLst>
                  <a:ext uri="{FF2B5EF4-FFF2-40B4-BE49-F238E27FC236}">
                    <a16:creationId xmlns:a16="http://schemas.microsoft.com/office/drawing/2014/main" id="{4C4A74F2-C879-1CDF-FCC9-00B3803A157B}"/>
                  </a:ext>
                </a:extLst>
              </p:cNvPr>
              <p:cNvSpPr>
                <a:spLocks/>
              </p:cNvSpPr>
              <p:nvPr/>
            </p:nvSpPr>
            <p:spPr bwMode="auto">
              <a:xfrm>
                <a:off x="4065588" y="4141788"/>
                <a:ext cx="57150" cy="131763"/>
              </a:xfrm>
              <a:custGeom>
                <a:avLst/>
                <a:gdLst>
                  <a:gd name="T0" fmla="*/ 15 w 15"/>
                  <a:gd name="T1" fmla="*/ 35 h 35"/>
                  <a:gd name="T2" fmla="*/ 8 w 15"/>
                  <a:gd name="T3" fmla="*/ 35 h 35"/>
                  <a:gd name="T4" fmla="*/ 8 w 15"/>
                  <a:gd name="T5" fmla="*/ 10 h 35"/>
                  <a:gd name="T6" fmla="*/ 0 w 15"/>
                  <a:gd name="T7" fmla="*/ 15 h 35"/>
                  <a:gd name="T8" fmla="*/ 0 w 15"/>
                  <a:gd name="T9" fmla="*/ 9 h 35"/>
                  <a:gd name="T10" fmla="*/ 6 w 15"/>
                  <a:gd name="T11" fmla="*/ 6 h 35"/>
                  <a:gd name="T12" fmla="*/ 10 w 15"/>
                  <a:gd name="T13" fmla="*/ 0 h 35"/>
                  <a:gd name="T14" fmla="*/ 15 w 15"/>
                  <a:gd name="T15" fmla="*/ 0 h 35"/>
                  <a:gd name="T16" fmla="*/ 15 w 15"/>
                  <a:gd name="T17" fmla="*/ 3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5">
                    <a:moveTo>
                      <a:pt x="15" y="35"/>
                    </a:moveTo>
                    <a:cubicBezTo>
                      <a:pt x="8" y="35"/>
                      <a:pt x="8" y="35"/>
                      <a:pt x="8" y="35"/>
                    </a:cubicBezTo>
                    <a:cubicBezTo>
                      <a:pt x="8" y="10"/>
                      <a:pt x="8" y="10"/>
                      <a:pt x="8" y="10"/>
                    </a:cubicBezTo>
                    <a:cubicBezTo>
                      <a:pt x="6" y="12"/>
                      <a:pt x="3" y="14"/>
                      <a:pt x="0" y="15"/>
                    </a:cubicBezTo>
                    <a:cubicBezTo>
                      <a:pt x="0" y="9"/>
                      <a:pt x="0" y="9"/>
                      <a:pt x="0" y="9"/>
                    </a:cubicBezTo>
                    <a:cubicBezTo>
                      <a:pt x="2" y="8"/>
                      <a:pt x="4" y="7"/>
                      <a:pt x="6" y="6"/>
                    </a:cubicBezTo>
                    <a:cubicBezTo>
                      <a:pt x="8" y="4"/>
                      <a:pt x="9" y="2"/>
                      <a:pt x="10" y="0"/>
                    </a:cubicBezTo>
                    <a:cubicBezTo>
                      <a:pt x="15" y="0"/>
                      <a:pt x="15" y="0"/>
                      <a:pt x="15" y="0"/>
                    </a:cubicBezTo>
                    <a:lnTo>
                      <a:pt x="15" y="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7" name="Rectangle 13">
                <a:extLst>
                  <a:ext uri="{FF2B5EF4-FFF2-40B4-BE49-F238E27FC236}">
                    <a16:creationId xmlns:a16="http://schemas.microsoft.com/office/drawing/2014/main" id="{EEAC06AE-F0C5-545D-0533-5FD2FAD1589A}"/>
                  </a:ext>
                </a:extLst>
              </p:cNvPr>
              <p:cNvSpPr>
                <a:spLocks noChangeArrowheads="1"/>
              </p:cNvSpPr>
              <p:nvPr/>
            </p:nvSpPr>
            <p:spPr bwMode="auto">
              <a:xfrm>
                <a:off x="4164013" y="4246563"/>
                <a:ext cx="25400" cy="269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8" name="Freeform 14">
                <a:extLst>
                  <a:ext uri="{FF2B5EF4-FFF2-40B4-BE49-F238E27FC236}">
                    <a16:creationId xmlns:a16="http://schemas.microsoft.com/office/drawing/2014/main" id="{B16B5BB3-592D-654C-86A7-14D9CAD64BD1}"/>
                  </a:ext>
                </a:extLst>
              </p:cNvPr>
              <p:cNvSpPr>
                <a:spLocks/>
              </p:cNvSpPr>
              <p:nvPr/>
            </p:nvSpPr>
            <p:spPr bwMode="auto">
              <a:xfrm>
                <a:off x="4054476" y="4337050"/>
                <a:ext cx="85725" cy="131763"/>
              </a:xfrm>
              <a:custGeom>
                <a:avLst/>
                <a:gdLst>
                  <a:gd name="T0" fmla="*/ 23 w 23"/>
                  <a:gd name="T1" fmla="*/ 28 h 35"/>
                  <a:gd name="T2" fmla="*/ 23 w 23"/>
                  <a:gd name="T3" fmla="*/ 35 h 35"/>
                  <a:gd name="T4" fmla="*/ 0 w 23"/>
                  <a:gd name="T5" fmla="*/ 35 h 35"/>
                  <a:gd name="T6" fmla="*/ 3 w 23"/>
                  <a:gd name="T7" fmla="*/ 28 h 35"/>
                  <a:gd name="T8" fmla="*/ 10 w 23"/>
                  <a:gd name="T9" fmla="*/ 20 h 35"/>
                  <a:gd name="T10" fmla="*/ 15 w 23"/>
                  <a:gd name="T11" fmla="*/ 14 h 35"/>
                  <a:gd name="T12" fmla="*/ 17 w 23"/>
                  <a:gd name="T13" fmla="*/ 10 h 35"/>
                  <a:gd name="T14" fmla="*/ 16 w 23"/>
                  <a:gd name="T15" fmla="*/ 7 h 35"/>
                  <a:gd name="T16" fmla="*/ 12 w 23"/>
                  <a:gd name="T17" fmla="*/ 6 h 35"/>
                  <a:gd name="T18" fmla="*/ 9 w 23"/>
                  <a:gd name="T19" fmla="*/ 7 h 35"/>
                  <a:gd name="T20" fmla="*/ 8 w 23"/>
                  <a:gd name="T21" fmla="*/ 11 h 35"/>
                  <a:gd name="T22" fmla="*/ 1 w 23"/>
                  <a:gd name="T23" fmla="*/ 10 h 35"/>
                  <a:gd name="T24" fmla="*/ 5 w 23"/>
                  <a:gd name="T25" fmla="*/ 2 h 35"/>
                  <a:gd name="T26" fmla="*/ 13 w 23"/>
                  <a:gd name="T27" fmla="*/ 0 h 35"/>
                  <a:gd name="T28" fmla="*/ 21 w 23"/>
                  <a:gd name="T29" fmla="*/ 3 h 35"/>
                  <a:gd name="T30" fmla="*/ 23 w 23"/>
                  <a:gd name="T31" fmla="*/ 10 h 35"/>
                  <a:gd name="T32" fmla="*/ 23 w 23"/>
                  <a:gd name="T33" fmla="*/ 14 h 35"/>
                  <a:gd name="T34" fmla="*/ 20 w 23"/>
                  <a:gd name="T35" fmla="*/ 18 h 35"/>
                  <a:gd name="T36" fmla="*/ 16 w 23"/>
                  <a:gd name="T37" fmla="*/ 23 h 35"/>
                  <a:gd name="T38" fmla="*/ 12 w 23"/>
                  <a:gd name="T39" fmla="*/ 27 h 35"/>
                  <a:gd name="T40" fmla="*/ 10 w 23"/>
                  <a:gd name="T41" fmla="*/ 28 h 35"/>
                  <a:gd name="T42" fmla="*/ 23 w 23"/>
                  <a:gd name="T43" fmla="*/ 28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3" h="35">
                    <a:moveTo>
                      <a:pt x="23" y="28"/>
                    </a:moveTo>
                    <a:cubicBezTo>
                      <a:pt x="23" y="35"/>
                      <a:pt x="23" y="35"/>
                      <a:pt x="23" y="35"/>
                    </a:cubicBezTo>
                    <a:cubicBezTo>
                      <a:pt x="0" y="35"/>
                      <a:pt x="0" y="35"/>
                      <a:pt x="0" y="35"/>
                    </a:cubicBezTo>
                    <a:cubicBezTo>
                      <a:pt x="1" y="32"/>
                      <a:pt x="1" y="30"/>
                      <a:pt x="3" y="28"/>
                    </a:cubicBezTo>
                    <a:cubicBezTo>
                      <a:pt x="4" y="26"/>
                      <a:pt x="6" y="23"/>
                      <a:pt x="10" y="20"/>
                    </a:cubicBezTo>
                    <a:cubicBezTo>
                      <a:pt x="13" y="17"/>
                      <a:pt x="15" y="15"/>
                      <a:pt x="15" y="14"/>
                    </a:cubicBezTo>
                    <a:cubicBezTo>
                      <a:pt x="16" y="13"/>
                      <a:pt x="17" y="11"/>
                      <a:pt x="17" y="10"/>
                    </a:cubicBezTo>
                    <a:cubicBezTo>
                      <a:pt x="17" y="9"/>
                      <a:pt x="16" y="7"/>
                      <a:pt x="16" y="7"/>
                    </a:cubicBezTo>
                    <a:cubicBezTo>
                      <a:pt x="15" y="6"/>
                      <a:pt x="14" y="6"/>
                      <a:pt x="12" y="6"/>
                    </a:cubicBezTo>
                    <a:cubicBezTo>
                      <a:pt x="11" y="6"/>
                      <a:pt x="10" y="6"/>
                      <a:pt x="9" y="7"/>
                    </a:cubicBezTo>
                    <a:cubicBezTo>
                      <a:pt x="8" y="8"/>
                      <a:pt x="8" y="9"/>
                      <a:pt x="8" y="11"/>
                    </a:cubicBezTo>
                    <a:cubicBezTo>
                      <a:pt x="1" y="10"/>
                      <a:pt x="1" y="10"/>
                      <a:pt x="1" y="10"/>
                    </a:cubicBezTo>
                    <a:cubicBezTo>
                      <a:pt x="2" y="7"/>
                      <a:pt x="3" y="4"/>
                      <a:pt x="5" y="2"/>
                    </a:cubicBezTo>
                    <a:cubicBezTo>
                      <a:pt x="7" y="1"/>
                      <a:pt x="9" y="0"/>
                      <a:pt x="13" y="0"/>
                    </a:cubicBezTo>
                    <a:cubicBezTo>
                      <a:pt x="16" y="0"/>
                      <a:pt x="19" y="1"/>
                      <a:pt x="21" y="3"/>
                    </a:cubicBezTo>
                    <a:cubicBezTo>
                      <a:pt x="22" y="5"/>
                      <a:pt x="23" y="7"/>
                      <a:pt x="23" y="10"/>
                    </a:cubicBezTo>
                    <a:cubicBezTo>
                      <a:pt x="23" y="11"/>
                      <a:pt x="23" y="13"/>
                      <a:pt x="23" y="14"/>
                    </a:cubicBezTo>
                    <a:cubicBezTo>
                      <a:pt x="22" y="15"/>
                      <a:pt x="21" y="17"/>
                      <a:pt x="20" y="18"/>
                    </a:cubicBezTo>
                    <a:cubicBezTo>
                      <a:pt x="19" y="19"/>
                      <a:pt x="18" y="21"/>
                      <a:pt x="16" y="23"/>
                    </a:cubicBezTo>
                    <a:cubicBezTo>
                      <a:pt x="14" y="25"/>
                      <a:pt x="12" y="26"/>
                      <a:pt x="12" y="27"/>
                    </a:cubicBezTo>
                    <a:cubicBezTo>
                      <a:pt x="11" y="27"/>
                      <a:pt x="11" y="28"/>
                      <a:pt x="10" y="28"/>
                    </a:cubicBezTo>
                    <a:lnTo>
                      <a:pt x="23" y="2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9" name="Rectangle 15">
                <a:extLst>
                  <a:ext uri="{FF2B5EF4-FFF2-40B4-BE49-F238E27FC236}">
                    <a16:creationId xmlns:a16="http://schemas.microsoft.com/office/drawing/2014/main" id="{D2429767-E01B-E635-D3DD-1E29E4CD7F10}"/>
                  </a:ext>
                </a:extLst>
              </p:cNvPr>
              <p:cNvSpPr>
                <a:spLocks noChangeArrowheads="1"/>
              </p:cNvSpPr>
              <p:nvPr/>
            </p:nvSpPr>
            <p:spPr bwMode="auto">
              <a:xfrm>
                <a:off x="4164013" y="4441825"/>
                <a:ext cx="25400" cy="269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80" name="Freeform 16">
                <a:extLst>
                  <a:ext uri="{FF2B5EF4-FFF2-40B4-BE49-F238E27FC236}">
                    <a16:creationId xmlns:a16="http://schemas.microsoft.com/office/drawing/2014/main" id="{AAFFEA4C-A84D-65A8-A5A9-B38290F4EB40}"/>
                  </a:ext>
                </a:extLst>
              </p:cNvPr>
              <p:cNvSpPr>
                <a:spLocks/>
              </p:cNvSpPr>
              <p:nvPr/>
            </p:nvSpPr>
            <p:spPr bwMode="auto">
              <a:xfrm>
                <a:off x="4057651" y="4532313"/>
                <a:ext cx="87313" cy="130175"/>
              </a:xfrm>
              <a:custGeom>
                <a:avLst/>
                <a:gdLst>
                  <a:gd name="T0" fmla="*/ 0 w 23"/>
                  <a:gd name="T1" fmla="*/ 25 h 35"/>
                  <a:gd name="T2" fmla="*/ 6 w 23"/>
                  <a:gd name="T3" fmla="*/ 25 h 35"/>
                  <a:gd name="T4" fmla="*/ 8 w 23"/>
                  <a:gd name="T5" fmla="*/ 28 h 35"/>
                  <a:gd name="T6" fmla="*/ 11 w 23"/>
                  <a:gd name="T7" fmla="*/ 30 h 35"/>
                  <a:gd name="T8" fmla="*/ 15 w 23"/>
                  <a:gd name="T9" fmla="*/ 28 h 35"/>
                  <a:gd name="T10" fmla="*/ 16 w 23"/>
                  <a:gd name="T11" fmla="*/ 24 h 35"/>
                  <a:gd name="T12" fmla="*/ 15 w 23"/>
                  <a:gd name="T13" fmla="*/ 20 h 35"/>
                  <a:gd name="T14" fmla="*/ 11 w 23"/>
                  <a:gd name="T15" fmla="*/ 19 h 35"/>
                  <a:gd name="T16" fmla="*/ 8 w 23"/>
                  <a:gd name="T17" fmla="*/ 19 h 35"/>
                  <a:gd name="T18" fmla="*/ 9 w 23"/>
                  <a:gd name="T19" fmla="*/ 14 h 35"/>
                  <a:gd name="T20" fmla="*/ 13 w 23"/>
                  <a:gd name="T21" fmla="*/ 13 h 35"/>
                  <a:gd name="T22" fmla="*/ 15 w 23"/>
                  <a:gd name="T23" fmla="*/ 9 h 35"/>
                  <a:gd name="T24" fmla="*/ 14 w 23"/>
                  <a:gd name="T25" fmla="*/ 6 h 35"/>
                  <a:gd name="T26" fmla="*/ 11 w 23"/>
                  <a:gd name="T27" fmla="*/ 5 h 35"/>
                  <a:gd name="T28" fmla="*/ 8 w 23"/>
                  <a:gd name="T29" fmla="*/ 7 h 35"/>
                  <a:gd name="T30" fmla="*/ 7 w 23"/>
                  <a:gd name="T31" fmla="*/ 10 h 35"/>
                  <a:gd name="T32" fmla="*/ 0 w 23"/>
                  <a:gd name="T33" fmla="*/ 9 h 35"/>
                  <a:gd name="T34" fmla="*/ 2 w 23"/>
                  <a:gd name="T35" fmla="*/ 4 h 35"/>
                  <a:gd name="T36" fmla="*/ 6 w 23"/>
                  <a:gd name="T37" fmla="*/ 1 h 35"/>
                  <a:gd name="T38" fmla="*/ 11 w 23"/>
                  <a:gd name="T39" fmla="*/ 0 h 35"/>
                  <a:gd name="T40" fmla="*/ 19 w 23"/>
                  <a:gd name="T41" fmla="*/ 3 h 35"/>
                  <a:gd name="T42" fmla="*/ 21 w 23"/>
                  <a:gd name="T43" fmla="*/ 9 h 35"/>
                  <a:gd name="T44" fmla="*/ 16 w 23"/>
                  <a:gd name="T45" fmla="*/ 16 h 35"/>
                  <a:gd name="T46" fmla="*/ 21 w 23"/>
                  <a:gd name="T47" fmla="*/ 19 h 35"/>
                  <a:gd name="T48" fmla="*/ 23 w 23"/>
                  <a:gd name="T49" fmla="*/ 24 h 35"/>
                  <a:gd name="T50" fmla="*/ 19 w 23"/>
                  <a:gd name="T51" fmla="*/ 32 h 35"/>
                  <a:gd name="T52" fmla="*/ 11 w 23"/>
                  <a:gd name="T53" fmla="*/ 35 h 35"/>
                  <a:gd name="T54" fmla="*/ 4 w 23"/>
                  <a:gd name="T55" fmla="*/ 32 h 35"/>
                  <a:gd name="T56" fmla="*/ 0 w 23"/>
                  <a:gd name="T57" fmla="*/ 2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35">
                    <a:moveTo>
                      <a:pt x="0" y="25"/>
                    </a:moveTo>
                    <a:cubicBezTo>
                      <a:pt x="6" y="25"/>
                      <a:pt x="6" y="25"/>
                      <a:pt x="6" y="25"/>
                    </a:cubicBezTo>
                    <a:cubicBezTo>
                      <a:pt x="7" y="26"/>
                      <a:pt x="7" y="28"/>
                      <a:pt x="8" y="28"/>
                    </a:cubicBezTo>
                    <a:cubicBezTo>
                      <a:pt x="9" y="29"/>
                      <a:pt x="10" y="30"/>
                      <a:pt x="11" y="30"/>
                    </a:cubicBezTo>
                    <a:cubicBezTo>
                      <a:pt x="13" y="30"/>
                      <a:pt x="14" y="29"/>
                      <a:pt x="15" y="28"/>
                    </a:cubicBezTo>
                    <a:cubicBezTo>
                      <a:pt x="16" y="27"/>
                      <a:pt x="16" y="26"/>
                      <a:pt x="16" y="24"/>
                    </a:cubicBezTo>
                    <a:cubicBezTo>
                      <a:pt x="16" y="22"/>
                      <a:pt x="16" y="21"/>
                      <a:pt x="15" y="20"/>
                    </a:cubicBezTo>
                    <a:cubicBezTo>
                      <a:pt x="14" y="19"/>
                      <a:pt x="13" y="19"/>
                      <a:pt x="11" y="19"/>
                    </a:cubicBezTo>
                    <a:cubicBezTo>
                      <a:pt x="11" y="19"/>
                      <a:pt x="10" y="19"/>
                      <a:pt x="8" y="19"/>
                    </a:cubicBezTo>
                    <a:cubicBezTo>
                      <a:pt x="9" y="14"/>
                      <a:pt x="9" y="14"/>
                      <a:pt x="9" y="14"/>
                    </a:cubicBezTo>
                    <a:cubicBezTo>
                      <a:pt x="11" y="14"/>
                      <a:pt x="12" y="13"/>
                      <a:pt x="13" y="13"/>
                    </a:cubicBezTo>
                    <a:cubicBezTo>
                      <a:pt x="14" y="12"/>
                      <a:pt x="15" y="11"/>
                      <a:pt x="15" y="9"/>
                    </a:cubicBezTo>
                    <a:cubicBezTo>
                      <a:pt x="15" y="8"/>
                      <a:pt x="14" y="7"/>
                      <a:pt x="14" y="6"/>
                    </a:cubicBezTo>
                    <a:cubicBezTo>
                      <a:pt x="13" y="6"/>
                      <a:pt x="12" y="5"/>
                      <a:pt x="11" y="5"/>
                    </a:cubicBezTo>
                    <a:cubicBezTo>
                      <a:pt x="10" y="5"/>
                      <a:pt x="9" y="6"/>
                      <a:pt x="8" y="7"/>
                    </a:cubicBezTo>
                    <a:cubicBezTo>
                      <a:pt x="7" y="7"/>
                      <a:pt x="7" y="9"/>
                      <a:pt x="7" y="10"/>
                    </a:cubicBezTo>
                    <a:cubicBezTo>
                      <a:pt x="0" y="9"/>
                      <a:pt x="0" y="9"/>
                      <a:pt x="0" y="9"/>
                    </a:cubicBezTo>
                    <a:cubicBezTo>
                      <a:pt x="1" y="7"/>
                      <a:pt x="2" y="5"/>
                      <a:pt x="2" y="4"/>
                    </a:cubicBezTo>
                    <a:cubicBezTo>
                      <a:pt x="3" y="3"/>
                      <a:pt x="4" y="2"/>
                      <a:pt x="6" y="1"/>
                    </a:cubicBezTo>
                    <a:cubicBezTo>
                      <a:pt x="7" y="0"/>
                      <a:pt x="9" y="0"/>
                      <a:pt x="11" y="0"/>
                    </a:cubicBezTo>
                    <a:cubicBezTo>
                      <a:pt x="14" y="0"/>
                      <a:pt x="17" y="1"/>
                      <a:pt x="19" y="3"/>
                    </a:cubicBezTo>
                    <a:cubicBezTo>
                      <a:pt x="20" y="5"/>
                      <a:pt x="21" y="7"/>
                      <a:pt x="21" y="9"/>
                    </a:cubicBezTo>
                    <a:cubicBezTo>
                      <a:pt x="21" y="12"/>
                      <a:pt x="20" y="14"/>
                      <a:pt x="16" y="16"/>
                    </a:cubicBezTo>
                    <a:cubicBezTo>
                      <a:pt x="18" y="16"/>
                      <a:pt x="20" y="17"/>
                      <a:pt x="21" y="19"/>
                    </a:cubicBezTo>
                    <a:cubicBezTo>
                      <a:pt x="22" y="20"/>
                      <a:pt x="23" y="22"/>
                      <a:pt x="23" y="24"/>
                    </a:cubicBezTo>
                    <a:cubicBezTo>
                      <a:pt x="23" y="27"/>
                      <a:pt x="22" y="30"/>
                      <a:pt x="19" y="32"/>
                    </a:cubicBezTo>
                    <a:cubicBezTo>
                      <a:pt x="17" y="34"/>
                      <a:pt x="15" y="35"/>
                      <a:pt x="11" y="35"/>
                    </a:cubicBezTo>
                    <a:cubicBezTo>
                      <a:pt x="8" y="35"/>
                      <a:pt x="6" y="34"/>
                      <a:pt x="4" y="32"/>
                    </a:cubicBezTo>
                    <a:cubicBezTo>
                      <a:pt x="1" y="31"/>
                      <a:pt x="0" y="28"/>
                      <a:pt x="0"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81" name="Rectangle 17">
                <a:extLst>
                  <a:ext uri="{FF2B5EF4-FFF2-40B4-BE49-F238E27FC236}">
                    <a16:creationId xmlns:a16="http://schemas.microsoft.com/office/drawing/2014/main" id="{9905799C-8795-10E2-FA02-B22E7FF73965}"/>
                  </a:ext>
                </a:extLst>
              </p:cNvPr>
              <p:cNvSpPr>
                <a:spLocks noChangeArrowheads="1"/>
              </p:cNvSpPr>
              <p:nvPr/>
            </p:nvSpPr>
            <p:spPr bwMode="auto">
              <a:xfrm>
                <a:off x="4164013" y="4637088"/>
                <a:ext cx="25400" cy="254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sp>
        <p:nvSpPr>
          <p:cNvPr id="83" name="Textplatzhalter 82">
            <a:extLst>
              <a:ext uri="{FF2B5EF4-FFF2-40B4-BE49-F238E27FC236}">
                <a16:creationId xmlns:a16="http://schemas.microsoft.com/office/drawing/2014/main" id="{448C9272-BF01-E523-E4A5-1165C6E59D1C}"/>
              </a:ext>
            </a:extLst>
          </p:cNvPr>
          <p:cNvSpPr>
            <a:spLocks noGrp="1"/>
          </p:cNvSpPr>
          <p:nvPr>
            <p:ph type="body" sz="quarter" idx="13"/>
          </p:nvPr>
        </p:nvSpPr>
        <p:spPr>
          <a:xfrm>
            <a:off x="1292225" y="1107121"/>
            <a:ext cx="6429375" cy="188595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4" name="Textplatzhalter 82">
            <a:extLst>
              <a:ext uri="{FF2B5EF4-FFF2-40B4-BE49-F238E27FC236}">
                <a16:creationId xmlns:a16="http://schemas.microsoft.com/office/drawing/2014/main" id="{97D59CFD-D7E9-16EE-C1FC-3D0E1F245953}"/>
              </a:ext>
            </a:extLst>
          </p:cNvPr>
          <p:cNvSpPr>
            <a:spLocks noGrp="1"/>
          </p:cNvSpPr>
          <p:nvPr>
            <p:ph type="body" sz="quarter" idx="14"/>
          </p:nvPr>
        </p:nvSpPr>
        <p:spPr>
          <a:xfrm>
            <a:off x="1292225" y="3415650"/>
            <a:ext cx="6429375" cy="188595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9" name="Textplatzhalter 82">
            <a:extLst>
              <a:ext uri="{FF2B5EF4-FFF2-40B4-BE49-F238E27FC236}">
                <a16:creationId xmlns:a16="http://schemas.microsoft.com/office/drawing/2014/main" id="{B9FB57AE-0A75-19BF-4B71-8FA9F436F6DA}"/>
              </a:ext>
            </a:extLst>
          </p:cNvPr>
          <p:cNvSpPr>
            <a:spLocks noGrp="1"/>
          </p:cNvSpPr>
          <p:nvPr>
            <p:ph type="body" sz="quarter" idx="18" hasCustomPrompt="1"/>
          </p:nvPr>
        </p:nvSpPr>
        <p:spPr>
          <a:xfrm>
            <a:off x="2072646" y="5884878"/>
            <a:ext cx="5645461" cy="325101"/>
          </a:xfrm>
        </p:spPr>
        <p:txBody>
          <a:bodyPr/>
          <a:lstStyle>
            <a:lvl1pPr>
              <a:buNone/>
              <a:defRPr b="0">
                <a:solidFill>
                  <a:srgbClr val="283F64"/>
                </a:solidFill>
              </a:defRPr>
            </a:lvl1pPr>
            <a:lvl2pPr>
              <a:buNone/>
              <a:defRPr>
                <a:solidFill>
                  <a:srgbClr val="283F64"/>
                </a:solidFill>
              </a:defRPr>
            </a:lvl2pPr>
            <a:lvl3pPr>
              <a:buNone/>
              <a:defRPr>
                <a:solidFill>
                  <a:srgbClr val="283F64"/>
                </a:solidFill>
              </a:defRPr>
            </a:lvl3pPr>
            <a:lvl4pPr>
              <a:buNone/>
              <a:defRPr>
                <a:solidFill>
                  <a:srgbClr val="283F64"/>
                </a:solidFill>
              </a:defRPr>
            </a:lvl4pPr>
            <a:lvl5pPr>
              <a:buNone/>
              <a:defRPr>
                <a:solidFill>
                  <a:srgbClr val="283F64"/>
                </a:solidFill>
              </a:defRPr>
            </a:lvl5pPr>
          </a:lstStyle>
          <a:p>
            <a:pPr lvl="0"/>
            <a:r>
              <a:rPr lang="de-DE" dirty="0"/>
              <a:t>Nutzen</a:t>
            </a:r>
          </a:p>
        </p:txBody>
      </p:sp>
      <p:grpSp>
        <p:nvGrpSpPr>
          <p:cNvPr id="82" name="Gruppieren 81">
            <a:extLst>
              <a:ext uri="{FF2B5EF4-FFF2-40B4-BE49-F238E27FC236}">
                <a16:creationId xmlns:a16="http://schemas.microsoft.com/office/drawing/2014/main" id="{6161A68B-2539-5BD3-2B64-49242ACDC343}"/>
              </a:ext>
            </a:extLst>
          </p:cNvPr>
          <p:cNvGrpSpPr/>
          <p:nvPr userDrawn="1"/>
        </p:nvGrpSpPr>
        <p:grpSpPr>
          <a:xfrm>
            <a:off x="8294764" y="4725144"/>
            <a:ext cx="653974" cy="412211"/>
            <a:chOff x="4260475" y="1713961"/>
            <a:chExt cx="797945" cy="502958"/>
          </a:xfrm>
        </p:grpSpPr>
        <p:grpSp>
          <p:nvGrpSpPr>
            <p:cNvPr id="85" name="Gruppieren 84">
              <a:extLst>
                <a:ext uri="{FF2B5EF4-FFF2-40B4-BE49-F238E27FC236}">
                  <a16:creationId xmlns:a16="http://schemas.microsoft.com/office/drawing/2014/main" id="{54964625-4C8A-313C-6022-C0A910A33C05}"/>
                </a:ext>
              </a:extLst>
            </p:cNvPr>
            <p:cNvGrpSpPr/>
            <p:nvPr/>
          </p:nvGrpSpPr>
          <p:grpSpPr>
            <a:xfrm>
              <a:off x="4260475" y="1751921"/>
              <a:ext cx="349250" cy="427038"/>
              <a:chOff x="2144688" y="1208830"/>
              <a:chExt cx="349250" cy="427038"/>
            </a:xfrm>
          </p:grpSpPr>
          <p:sp>
            <p:nvSpPr>
              <p:cNvPr id="96" name="Freeform 16">
                <a:extLst>
                  <a:ext uri="{FF2B5EF4-FFF2-40B4-BE49-F238E27FC236}">
                    <a16:creationId xmlns:a16="http://schemas.microsoft.com/office/drawing/2014/main" id="{A7D511D3-77B1-1751-585C-DE84F98ECEEC}"/>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97" name="Oval 17">
                <a:extLst>
                  <a:ext uri="{FF2B5EF4-FFF2-40B4-BE49-F238E27FC236}">
                    <a16:creationId xmlns:a16="http://schemas.microsoft.com/office/drawing/2014/main" id="{2969517A-540D-EAFB-4E03-81547A1EEECE}"/>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90" name="Gruppieren 89">
              <a:extLst>
                <a:ext uri="{FF2B5EF4-FFF2-40B4-BE49-F238E27FC236}">
                  <a16:creationId xmlns:a16="http://schemas.microsoft.com/office/drawing/2014/main" id="{D925634D-A4B8-ED04-8A9D-B4035F0B244D}"/>
                </a:ext>
              </a:extLst>
            </p:cNvPr>
            <p:cNvGrpSpPr/>
            <p:nvPr/>
          </p:nvGrpSpPr>
          <p:grpSpPr>
            <a:xfrm>
              <a:off x="4709170" y="1751921"/>
              <a:ext cx="349250" cy="427038"/>
              <a:chOff x="2144688" y="1208830"/>
              <a:chExt cx="349250" cy="427038"/>
            </a:xfrm>
          </p:grpSpPr>
          <p:sp>
            <p:nvSpPr>
              <p:cNvPr id="94" name="Freeform 16">
                <a:extLst>
                  <a:ext uri="{FF2B5EF4-FFF2-40B4-BE49-F238E27FC236}">
                    <a16:creationId xmlns:a16="http://schemas.microsoft.com/office/drawing/2014/main" id="{1FFC60A2-9346-A57C-C2C8-C965453F4AFB}"/>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95" name="Oval 17">
                <a:extLst>
                  <a:ext uri="{FF2B5EF4-FFF2-40B4-BE49-F238E27FC236}">
                    <a16:creationId xmlns:a16="http://schemas.microsoft.com/office/drawing/2014/main" id="{A9ED0B3E-577F-622B-3BED-D137219648D3}"/>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91" name="Gruppieren 90">
              <a:extLst>
                <a:ext uri="{FF2B5EF4-FFF2-40B4-BE49-F238E27FC236}">
                  <a16:creationId xmlns:a16="http://schemas.microsoft.com/office/drawing/2014/main" id="{18D9EC28-6C63-FC9A-7EB5-75E149BC7295}"/>
                </a:ext>
              </a:extLst>
            </p:cNvPr>
            <p:cNvGrpSpPr/>
            <p:nvPr/>
          </p:nvGrpSpPr>
          <p:grpSpPr>
            <a:xfrm>
              <a:off x="4453777" y="1713961"/>
              <a:ext cx="411341" cy="502958"/>
              <a:chOff x="2144688" y="1208830"/>
              <a:chExt cx="349250" cy="427038"/>
            </a:xfrm>
          </p:grpSpPr>
          <p:sp>
            <p:nvSpPr>
              <p:cNvPr id="92" name="Freeform 16">
                <a:extLst>
                  <a:ext uri="{FF2B5EF4-FFF2-40B4-BE49-F238E27FC236}">
                    <a16:creationId xmlns:a16="http://schemas.microsoft.com/office/drawing/2014/main" id="{8BC2141E-AC03-54B3-8F68-AE640AC99BDC}"/>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93" name="Oval 17">
                <a:extLst>
                  <a:ext uri="{FF2B5EF4-FFF2-40B4-BE49-F238E27FC236}">
                    <a16:creationId xmlns:a16="http://schemas.microsoft.com/office/drawing/2014/main" id="{C6556988-A88F-D519-F853-9081BF144FA5}"/>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grpSp>
      <p:grpSp>
        <p:nvGrpSpPr>
          <p:cNvPr id="98" name="Gruppieren 97">
            <a:extLst>
              <a:ext uri="{FF2B5EF4-FFF2-40B4-BE49-F238E27FC236}">
                <a16:creationId xmlns:a16="http://schemas.microsoft.com/office/drawing/2014/main" id="{2583B3EB-B952-B939-5561-9AFF6672E853}"/>
              </a:ext>
            </a:extLst>
          </p:cNvPr>
          <p:cNvGrpSpPr/>
          <p:nvPr userDrawn="1"/>
        </p:nvGrpSpPr>
        <p:grpSpPr>
          <a:xfrm>
            <a:off x="8339086" y="5859627"/>
            <a:ext cx="565330" cy="521701"/>
            <a:chOff x="4465638" y="2981325"/>
            <a:chExt cx="966787" cy="892175"/>
          </a:xfrm>
        </p:grpSpPr>
        <p:grpSp>
          <p:nvGrpSpPr>
            <p:cNvPr id="99" name="Gruppieren 98">
              <a:extLst>
                <a:ext uri="{FF2B5EF4-FFF2-40B4-BE49-F238E27FC236}">
                  <a16:creationId xmlns:a16="http://schemas.microsoft.com/office/drawing/2014/main" id="{523E2656-AD00-14D9-3623-EEBE5FE51347}"/>
                </a:ext>
              </a:extLst>
            </p:cNvPr>
            <p:cNvGrpSpPr/>
            <p:nvPr/>
          </p:nvGrpSpPr>
          <p:grpSpPr>
            <a:xfrm>
              <a:off x="4465638" y="2981325"/>
              <a:ext cx="966787" cy="892175"/>
              <a:chOff x="4465638" y="2981325"/>
              <a:chExt cx="966787" cy="892175"/>
            </a:xfrm>
          </p:grpSpPr>
          <p:sp>
            <p:nvSpPr>
              <p:cNvPr id="106" name="Freeform 6">
                <a:extLst>
                  <a:ext uri="{FF2B5EF4-FFF2-40B4-BE49-F238E27FC236}">
                    <a16:creationId xmlns:a16="http://schemas.microsoft.com/office/drawing/2014/main" id="{EE52AA3B-685F-7BAA-D1BF-0752EBC24E48}"/>
                  </a:ext>
                </a:extLst>
              </p:cNvPr>
              <p:cNvSpPr>
                <a:spLocks/>
              </p:cNvSpPr>
              <p:nvPr/>
            </p:nvSpPr>
            <p:spPr bwMode="auto">
              <a:xfrm>
                <a:off x="4465638" y="2981325"/>
                <a:ext cx="966787" cy="892175"/>
              </a:xfrm>
              <a:custGeom>
                <a:avLst/>
                <a:gdLst>
                  <a:gd name="T0" fmla="*/ 258 w 258"/>
                  <a:gd name="T1" fmla="*/ 184 h 238"/>
                  <a:gd name="T2" fmla="*/ 258 w 258"/>
                  <a:gd name="T3" fmla="*/ 184 h 238"/>
                  <a:gd name="T4" fmla="*/ 258 w 258"/>
                  <a:gd name="T5" fmla="*/ 153 h 238"/>
                  <a:gd name="T6" fmla="*/ 258 w 258"/>
                  <a:gd name="T7" fmla="*/ 153 h 238"/>
                  <a:gd name="T8" fmla="*/ 258 w 258"/>
                  <a:gd name="T9" fmla="*/ 18 h 238"/>
                  <a:gd name="T10" fmla="*/ 239 w 258"/>
                  <a:gd name="T11" fmla="*/ 0 h 238"/>
                  <a:gd name="T12" fmla="*/ 19 w 258"/>
                  <a:gd name="T13" fmla="*/ 0 h 238"/>
                  <a:gd name="T14" fmla="*/ 0 w 258"/>
                  <a:gd name="T15" fmla="*/ 18 h 238"/>
                  <a:gd name="T16" fmla="*/ 0 w 258"/>
                  <a:gd name="T17" fmla="*/ 157 h 238"/>
                  <a:gd name="T18" fmla="*/ 0 w 258"/>
                  <a:gd name="T19" fmla="*/ 157 h 238"/>
                  <a:gd name="T20" fmla="*/ 0 w 258"/>
                  <a:gd name="T21" fmla="*/ 182 h 238"/>
                  <a:gd name="T22" fmla="*/ 0 w 258"/>
                  <a:gd name="T23" fmla="*/ 182 h 238"/>
                  <a:gd name="T24" fmla="*/ 0 w 258"/>
                  <a:gd name="T25" fmla="*/ 184 h 238"/>
                  <a:gd name="T26" fmla="*/ 0 w 258"/>
                  <a:gd name="T27" fmla="*/ 184 h 238"/>
                  <a:gd name="T28" fmla="*/ 0 w 258"/>
                  <a:gd name="T29" fmla="*/ 184 h 238"/>
                  <a:gd name="T30" fmla="*/ 0 w 258"/>
                  <a:gd name="T31" fmla="*/ 184 h 238"/>
                  <a:gd name="T32" fmla="*/ 17 w 258"/>
                  <a:gd name="T33" fmla="*/ 200 h 238"/>
                  <a:gd name="T34" fmla="*/ 100 w 258"/>
                  <a:gd name="T35" fmla="*/ 200 h 238"/>
                  <a:gd name="T36" fmla="*/ 73 w 258"/>
                  <a:gd name="T37" fmla="*/ 224 h 238"/>
                  <a:gd name="T38" fmla="*/ 74 w 258"/>
                  <a:gd name="T39" fmla="*/ 224 h 238"/>
                  <a:gd name="T40" fmla="*/ 67 w 258"/>
                  <a:gd name="T41" fmla="*/ 231 h 238"/>
                  <a:gd name="T42" fmla="*/ 74 w 258"/>
                  <a:gd name="T43" fmla="*/ 238 h 238"/>
                  <a:gd name="T44" fmla="*/ 184 w 258"/>
                  <a:gd name="T45" fmla="*/ 238 h 238"/>
                  <a:gd name="T46" fmla="*/ 191 w 258"/>
                  <a:gd name="T47" fmla="*/ 231 h 238"/>
                  <a:gd name="T48" fmla="*/ 184 w 258"/>
                  <a:gd name="T49" fmla="*/ 224 h 238"/>
                  <a:gd name="T50" fmla="*/ 185 w 258"/>
                  <a:gd name="T51" fmla="*/ 224 h 238"/>
                  <a:gd name="T52" fmla="*/ 158 w 258"/>
                  <a:gd name="T53" fmla="*/ 200 h 238"/>
                  <a:gd name="T54" fmla="*/ 242 w 258"/>
                  <a:gd name="T55" fmla="*/ 200 h 238"/>
                  <a:gd name="T56" fmla="*/ 258 w 258"/>
                  <a:gd name="T57" fmla="*/ 184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58" h="238">
                    <a:moveTo>
                      <a:pt x="258" y="184"/>
                    </a:moveTo>
                    <a:cubicBezTo>
                      <a:pt x="258" y="184"/>
                      <a:pt x="258" y="184"/>
                      <a:pt x="258" y="184"/>
                    </a:cubicBezTo>
                    <a:cubicBezTo>
                      <a:pt x="258" y="153"/>
                      <a:pt x="258" y="153"/>
                      <a:pt x="258" y="153"/>
                    </a:cubicBezTo>
                    <a:cubicBezTo>
                      <a:pt x="258" y="153"/>
                      <a:pt x="258" y="153"/>
                      <a:pt x="258" y="153"/>
                    </a:cubicBezTo>
                    <a:cubicBezTo>
                      <a:pt x="258" y="18"/>
                      <a:pt x="258" y="18"/>
                      <a:pt x="258" y="18"/>
                    </a:cubicBezTo>
                    <a:cubicBezTo>
                      <a:pt x="258" y="8"/>
                      <a:pt x="250" y="0"/>
                      <a:pt x="239" y="0"/>
                    </a:cubicBezTo>
                    <a:cubicBezTo>
                      <a:pt x="19" y="0"/>
                      <a:pt x="19" y="0"/>
                      <a:pt x="19" y="0"/>
                    </a:cubicBezTo>
                    <a:cubicBezTo>
                      <a:pt x="9" y="0"/>
                      <a:pt x="0" y="8"/>
                      <a:pt x="0" y="18"/>
                    </a:cubicBezTo>
                    <a:cubicBezTo>
                      <a:pt x="0" y="157"/>
                      <a:pt x="0" y="157"/>
                      <a:pt x="0" y="157"/>
                    </a:cubicBezTo>
                    <a:cubicBezTo>
                      <a:pt x="0" y="157"/>
                      <a:pt x="0" y="157"/>
                      <a:pt x="0" y="157"/>
                    </a:cubicBezTo>
                    <a:cubicBezTo>
                      <a:pt x="0" y="182"/>
                      <a:pt x="0" y="182"/>
                      <a:pt x="0" y="182"/>
                    </a:cubicBezTo>
                    <a:cubicBezTo>
                      <a:pt x="0" y="182"/>
                      <a:pt x="0" y="182"/>
                      <a:pt x="0" y="182"/>
                    </a:cubicBezTo>
                    <a:cubicBezTo>
                      <a:pt x="0" y="184"/>
                      <a:pt x="0" y="184"/>
                      <a:pt x="0" y="184"/>
                    </a:cubicBezTo>
                    <a:cubicBezTo>
                      <a:pt x="0" y="184"/>
                      <a:pt x="0" y="184"/>
                      <a:pt x="0" y="184"/>
                    </a:cubicBezTo>
                    <a:cubicBezTo>
                      <a:pt x="0" y="184"/>
                      <a:pt x="0" y="184"/>
                      <a:pt x="0" y="184"/>
                    </a:cubicBezTo>
                    <a:cubicBezTo>
                      <a:pt x="0" y="184"/>
                      <a:pt x="0" y="184"/>
                      <a:pt x="0" y="184"/>
                    </a:cubicBezTo>
                    <a:cubicBezTo>
                      <a:pt x="0" y="193"/>
                      <a:pt x="8" y="200"/>
                      <a:pt x="17" y="200"/>
                    </a:cubicBezTo>
                    <a:cubicBezTo>
                      <a:pt x="100" y="200"/>
                      <a:pt x="100" y="200"/>
                      <a:pt x="100" y="200"/>
                    </a:cubicBezTo>
                    <a:cubicBezTo>
                      <a:pt x="100" y="204"/>
                      <a:pt x="98" y="221"/>
                      <a:pt x="73" y="224"/>
                    </a:cubicBezTo>
                    <a:cubicBezTo>
                      <a:pt x="74" y="224"/>
                      <a:pt x="74" y="224"/>
                      <a:pt x="74" y="224"/>
                    </a:cubicBezTo>
                    <a:cubicBezTo>
                      <a:pt x="70" y="224"/>
                      <a:pt x="67" y="227"/>
                      <a:pt x="67" y="231"/>
                    </a:cubicBezTo>
                    <a:cubicBezTo>
                      <a:pt x="67" y="235"/>
                      <a:pt x="70" y="238"/>
                      <a:pt x="74" y="238"/>
                    </a:cubicBezTo>
                    <a:cubicBezTo>
                      <a:pt x="184" y="238"/>
                      <a:pt x="184" y="238"/>
                      <a:pt x="184" y="238"/>
                    </a:cubicBezTo>
                    <a:cubicBezTo>
                      <a:pt x="188" y="238"/>
                      <a:pt x="191" y="235"/>
                      <a:pt x="191" y="231"/>
                    </a:cubicBezTo>
                    <a:cubicBezTo>
                      <a:pt x="191" y="227"/>
                      <a:pt x="188" y="224"/>
                      <a:pt x="184" y="224"/>
                    </a:cubicBezTo>
                    <a:cubicBezTo>
                      <a:pt x="185" y="224"/>
                      <a:pt x="185" y="224"/>
                      <a:pt x="185" y="224"/>
                    </a:cubicBezTo>
                    <a:cubicBezTo>
                      <a:pt x="160" y="221"/>
                      <a:pt x="158" y="204"/>
                      <a:pt x="158" y="200"/>
                    </a:cubicBezTo>
                    <a:cubicBezTo>
                      <a:pt x="242" y="200"/>
                      <a:pt x="242" y="200"/>
                      <a:pt x="242" y="200"/>
                    </a:cubicBezTo>
                    <a:cubicBezTo>
                      <a:pt x="250" y="200"/>
                      <a:pt x="258" y="193"/>
                      <a:pt x="258" y="184"/>
                    </a:cubicBezTo>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7" name="Oval 7">
                <a:extLst>
                  <a:ext uri="{FF2B5EF4-FFF2-40B4-BE49-F238E27FC236}">
                    <a16:creationId xmlns:a16="http://schemas.microsoft.com/office/drawing/2014/main" id="{120C077C-AAF9-C7A8-CD88-C2507B5A808E}"/>
                  </a:ext>
                </a:extLst>
              </p:cNvPr>
              <p:cNvSpPr>
                <a:spLocks noChangeArrowheads="1"/>
              </p:cNvSpPr>
              <p:nvPr/>
            </p:nvSpPr>
            <p:spPr bwMode="auto">
              <a:xfrm>
                <a:off x="4914900" y="3625850"/>
                <a:ext cx="66675" cy="7143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8" name="Freeform 8">
                <a:extLst>
                  <a:ext uri="{FF2B5EF4-FFF2-40B4-BE49-F238E27FC236}">
                    <a16:creationId xmlns:a16="http://schemas.microsoft.com/office/drawing/2014/main" id="{62D09EA7-3281-0F69-3B81-49C77CFCA592}"/>
                  </a:ext>
                </a:extLst>
              </p:cNvPr>
              <p:cNvSpPr>
                <a:spLocks/>
              </p:cNvSpPr>
              <p:nvPr/>
            </p:nvSpPr>
            <p:spPr bwMode="auto">
              <a:xfrm>
                <a:off x="4524375" y="3036888"/>
                <a:ext cx="850900" cy="544513"/>
              </a:xfrm>
              <a:custGeom>
                <a:avLst/>
                <a:gdLst>
                  <a:gd name="T0" fmla="*/ 3 w 227"/>
                  <a:gd name="T1" fmla="*/ 145 h 145"/>
                  <a:gd name="T2" fmla="*/ 0 w 227"/>
                  <a:gd name="T3" fmla="*/ 142 h 145"/>
                  <a:gd name="T4" fmla="*/ 0 w 227"/>
                  <a:gd name="T5" fmla="*/ 3 h 145"/>
                  <a:gd name="T6" fmla="*/ 3 w 227"/>
                  <a:gd name="T7" fmla="*/ 0 h 145"/>
                  <a:gd name="T8" fmla="*/ 223 w 227"/>
                  <a:gd name="T9" fmla="*/ 0 h 145"/>
                  <a:gd name="T10" fmla="*/ 227 w 227"/>
                  <a:gd name="T11" fmla="*/ 3 h 145"/>
                  <a:gd name="T12" fmla="*/ 227 w 227"/>
                  <a:gd name="T13" fmla="*/ 142 h 145"/>
                  <a:gd name="T14" fmla="*/ 223 w 227"/>
                  <a:gd name="T15" fmla="*/ 145 h 145"/>
                  <a:gd name="T16" fmla="*/ 3 w 227"/>
                  <a:gd name="T17" fmla="*/ 145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7" h="145">
                    <a:moveTo>
                      <a:pt x="3" y="145"/>
                    </a:moveTo>
                    <a:cubicBezTo>
                      <a:pt x="1" y="145"/>
                      <a:pt x="0" y="143"/>
                      <a:pt x="0" y="142"/>
                    </a:cubicBezTo>
                    <a:cubicBezTo>
                      <a:pt x="0" y="3"/>
                      <a:pt x="0" y="3"/>
                      <a:pt x="0" y="3"/>
                    </a:cubicBezTo>
                    <a:cubicBezTo>
                      <a:pt x="0" y="1"/>
                      <a:pt x="1" y="0"/>
                      <a:pt x="3" y="0"/>
                    </a:cubicBezTo>
                    <a:cubicBezTo>
                      <a:pt x="223" y="0"/>
                      <a:pt x="223" y="0"/>
                      <a:pt x="223" y="0"/>
                    </a:cubicBezTo>
                    <a:cubicBezTo>
                      <a:pt x="225" y="0"/>
                      <a:pt x="227" y="1"/>
                      <a:pt x="227" y="3"/>
                    </a:cubicBezTo>
                    <a:cubicBezTo>
                      <a:pt x="227" y="142"/>
                      <a:pt x="227" y="142"/>
                      <a:pt x="227" y="142"/>
                    </a:cubicBezTo>
                    <a:cubicBezTo>
                      <a:pt x="227" y="143"/>
                      <a:pt x="225" y="145"/>
                      <a:pt x="223" y="145"/>
                    </a:cubicBezTo>
                    <a:lnTo>
                      <a:pt x="3" y="14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100" name="Gruppieren 99">
              <a:extLst>
                <a:ext uri="{FF2B5EF4-FFF2-40B4-BE49-F238E27FC236}">
                  <a16:creationId xmlns:a16="http://schemas.microsoft.com/office/drawing/2014/main" id="{79468977-39A5-BD09-856F-DB25A4F8C849}"/>
                </a:ext>
              </a:extLst>
            </p:cNvPr>
            <p:cNvGrpSpPr/>
            <p:nvPr/>
          </p:nvGrpSpPr>
          <p:grpSpPr>
            <a:xfrm>
              <a:off x="4581525" y="3097213"/>
              <a:ext cx="738187" cy="423863"/>
              <a:chOff x="4581525" y="3097213"/>
              <a:chExt cx="738187" cy="423863"/>
            </a:xfrm>
          </p:grpSpPr>
          <p:sp>
            <p:nvSpPr>
              <p:cNvPr id="101" name="Rectangle 9">
                <a:extLst>
                  <a:ext uri="{FF2B5EF4-FFF2-40B4-BE49-F238E27FC236}">
                    <a16:creationId xmlns:a16="http://schemas.microsoft.com/office/drawing/2014/main" id="{A9C290F7-F0DB-9400-89B4-5843517C0DE6}"/>
                  </a:ext>
                </a:extLst>
              </p:cNvPr>
              <p:cNvSpPr>
                <a:spLocks noChangeArrowheads="1"/>
              </p:cNvSpPr>
              <p:nvPr/>
            </p:nvSpPr>
            <p:spPr bwMode="auto">
              <a:xfrm>
                <a:off x="4581525" y="3097213"/>
                <a:ext cx="738187" cy="168275"/>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102" name="Rectangle 10">
                <a:extLst>
                  <a:ext uri="{FF2B5EF4-FFF2-40B4-BE49-F238E27FC236}">
                    <a16:creationId xmlns:a16="http://schemas.microsoft.com/office/drawing/2014/main" id="{ACDD1473-36E0-9862-C8DE-7529C7772207}"/>
                  </a:ext>
                </a:extLst>
              </p:cNvPr>
              <p:cNvSpPr>
                <a:spLocks noChangeArrowheads="1"/>
              </p:cNvSpPr>
              <p:nvPr/>
            </p:nvSpPr>
            <p:spPr bwMode="auto">
              <a:xfrm>
                <a:off x="5099050" y="3325813"/>
                <a:ext cx="220662" cy="195263"/>
              </a:xfrm>
              <a:prstGeom prst="rect">
                <a:avLst/>
              </a:pr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3" name="Rectangle 11">
                <a:extLst>
                  <a:ext uri="{FF2B5EF4-FFF2-40B4-BE49-F238E27FC236}">
                    <a16:creationId xmlns:a16="http://schemas.microsoft.com/office/drawing/2014/main" id="{A76BBB7D-C44F-7AAD-10B7-44B8F3B2D02F}"/>
                  </a:ext>
                </a:extLst>
              </p:cNvPr>
              <p:cNvSpPr>
                <a:spLocks noChangeArrowheads="1"/>
              </p:cNvSpPr>
              <p:nvPr/>
            </p:nvSpPr>
            <p:spPr bwMode="auto">
              <a:xfrm>
                <a:off x="4581525" y="3325813"/>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4" name="Rectangle 12">
                <a:extLst>
                  <a:ext uri="{FF2B5EF4-FFF2-40B4-BE49-F238E27FC236}">
                    <a16:creationId xmlns:a16="http://schemas.microsoft.com/office/drawing/2014/main" id="{492F63D8-3166-FCFB-69C0-EEDC0BB14E53}"/>
                  </a:ext>
                </a:extLst>
              </p:cNvPr>
              <p:cNvSpPr>
                <a:spLocks noChangeArrowheads="1"/>
              </p:cNvSpPr>
              <p:nvPr/>
            </p:nvSpPr>
            <p:spPr bwMode="auto">
              <a:xfrm>
                <a:off x="4581525" y="3400425"/>
                <a:ext cx="452437" cy="46038"/>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5" name="Rectangle 13">
                <a:extLst>
                  <a:ext uri="{FF2B5EF4-FFF2-40B4-BE49-F238E27FC236}">
                    <a16:creationId xmlns:a16="http://schemas.microsoft.com/office/drawing/2014/main" id="{9F1E1DA7-B88F-194C-74B6-1C0688D3C21A}"/>
                  </a:ext>
                </a:extLst>
              </p:cNvPr>
              <p:cNvSpPr>
                <a:spLocks noChangeArrowheads="1"/>
              </p:cNvSpPr>
              <p:nvPr/>
            </p:nvSpPr>
            <p:spPr bwMode="auto">
              <a:xfrm>
                <a:off x="4581525" y="3476625"/>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grpSp>
        <p:nvGrpSpPr>
          <p:cNvPr id="109" name="Gruppieren 108">
            <a:extLst>
              <a:ext uri="{FF2B5EF4-FFF2-40B4-BE49-F238E27FC236}">
                <a16:creationId xmlns:a16="http://schemas.microsoft.com/office/drawing/2014/main" id="{09684F2A-742D-134C-1786-F9AAE16F9523}"/>
              </a:ext>
            </a:extLst>
          </p:cNvPr>
          <p:cNvGrpSpPr/>
          <p:nvPr userDrawn="1"/>
        </p:nvGrpSpPr>
        <p:grpSpPr>
          <a:xfrm>
            <a:off x="8364359" y="3514656"/>
            <a:ext cx="514785" cy="513230"/>
            <a:chOff x="2385532" y="1335474"/>
            <a:chExt cx="617111" cy="615247"/>
          </a:xfrm>
        </p:grpSpPr>
        <p:sp>
          <p:nvSpPr>
            <p:cNvPr id="110" name="Oval 7">
              <a:extLst>
                <a:ext uri="{FF2B5EF4-FFF2-40B4-BE49-F238E27FC236}">
                  <a16:creationId xmlns:a16="http://schemas.microsoft.com/office/drawing/2014/main" id="{804CA213-417B-8104-4A1C-8930BDEBEDF0}"/>
                </a:ext>
              </a:extLst>
            </p:cNvPr>
            <p:cNvSpPr>
              <a:spLocks noChangeArrowheads="1"/>
            </p:cNvSpPr>
            <p:nvPr/>
          </p:nvSpPr>
          <p:spPr bwMode="auto">
            <a:xfrm>
              <a:off x="2385532" y="1335474"/>
              <a:ext cx="617111" cy="615247"/>
            </a:xfrm>
            <a:prstGeom prst="ellipse">
              <a:avLst/>
            </a:prstGeom>
            <a:solidFill>
              <a:srgbClr val="283F64"/>
            </a:solidFill>
            <a:ln>
              <a:solidFill>
                <a:schemeClr val="bg1"/>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nvGrpSpPr>
            <p:cNvPr id="111" name="Gruppieren 110">
              <a:extLst>
                <a:ext uri="{FF2B5EF4-FFF2-40B4-BE49-F238E27FC236}">
                  <a16:creationId xmlns:a16="http://schemas.microsoft.com/office/drawing/2014/main" id="{D8DD5AAA-D312-67FB-9140-F7DDF8595D21}"/>
                </a:ext>
              </a:extLst>
            </p:cNvPr>
            <p:cNvGrpSpPr/>
            <p:nvPr/>
          </p:nvGrpSpPr>
          <p:grpSpPr>
            <a:xfrm>
              <a:off x="2488759" y="1443107"/>
              <a:ext cx="410657" cy="407773"/>
              <a:chOff x="4746637" y="3227241"/>
              <a:chExt cx="410657" cy="407773"/>
            </a:xfrm>
            <a:solidFill>
              <a:schemeClr val="bg1"/>
            </a:solidFill>
          </p:grpSpPr>
          <p:sp>
            <p:nvSpPr>
              <p:cNvPr id="114" name="Ellipse 113">
                <a:extLst>
                  <a:ext uri="{FF2B5EF4-FFF2-40B4-BE49-F238E27FC236}">
                    <a16:creationId xmlns:a16="http://schemas.microsoft.com/office/drawing/2014/main" id="{153C3329-F894-34F9-1C18-23719D4F05A9}"/>
                  </a:ext>
                </a:extLst>
              </p:cNvPr>
              <p:cNvSpPr/>
              <p:nvPr/>
            </p:nvSpPr>
            <p:spPr bwMode="gray">
              <a:xfrm>
                <a:off x="4771879"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5" name="Ellipse 114">
                <a:extLst>
                  <a:ext uri="{FF2B5EF4-FFF2-40B4-BE49-F238E27FC236}">
                    <a16:creationId xmlns:a16="http://schemas.microsoft.com/office/drawing/2014/main" id="{93EE7CDA-2841-6A01-60F1-4222D518730C}"/>
                  </a:ext>
                </a:extLst>
              </p:cNvPr>
              <p:cNvSpPr/>
              <p:nvPr/>
            </p:nvSpPr>
            <p:spPr bwMode="gray">
              <a:xfrm>
                <a:off x="484205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6" name="Ellipse 115">
                <a:extLst>
                  <a:ext uri="{FF2B5EF4-FFF2-40B4-BE49-F238E27FC236}">
                    <a16:creationId xmlns:a16="http://schemas.microsoft.com/office/drawing/2014/main" id="{D3364C5E-3757-F4EB-F4B2-27FC40D256FB}"/>
                  </a:ext>
                </a:extLst>
              </p:cNvPr>
              <p:cNvSpPr/>
              <p:nvPr/>
            </p:nvSpPr>
            <p:spPr bwMode="gray">
              <a:xfrm>
                <a:off x="4929306" y="3593449"/>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7" name="Ellipse 116">
                <a:extLst>
                  <a:ext uri="{FF2B5EF4-FFF2-40B4-BE49-F238E27FC236}">
                    <a16:creationId xmlns:a16="http://schemas.microsoft.com/office/drawing/2014/main" id="{216AB100-F8B6-1553-F7D4-128229C69BE1}"/>
                  </a:ext>
                </a:extLst>
              </p:cNvPr>
              <p:cNvSpPr/>
              <p:nvPr/>
            </p:nvSpPr>
            <p:spPr bwMode="gray">
              <a:xfrm>
                <a:off x="502023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8" name="Ellipse 117">
                <a:extLst>
                  <a:ext uri="{FF2B5EF4-FFF2-40B4-BE49-F238E27FC236}">
                    <a16:creationId xmlns:a16="http://schemas.microsoft.com/office/drawing/2014/main" id="{6105C93D-2230-2828-2C12-BA9C2A509A68}"/>
                  </a:ext>
                </a:extLst>
              </p:cNvPr>
              <p:cNvSpPr/>
              <p:nvPr/>
            </p:nvSpPr>
            <p:spPr bwMode="gray">
              <a:xfrm>
                <a:off x="5091921"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9" name="Ellipse 118">
                <a:extLst>
                  <a:ext uri="{FF2B5EF4-FFF2-40B4-BE49-F238E27FC236}">
                    <a16:creationId xmlns:a16="http://schemas.microsoft.com/office/drawing/2014/main" id="{72BB767A-D370-661B-0666-50E5FB461EFF}"/>
                  </a:ext>
                </a:extLst>
              </p:cNvPr>
              <p:cNvSpPr/>
              <p:nvPr/>
            </p:nvSpPr>
            <p:spPr bwMode="gray">
              <a:xfrm>
                <a:off x="5115730"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0" name="Ellipse 119">
                <a:extLst>
                  <a:ext uri="{FF2B5EF4-FFF2-40B4-BE49-F238E27FC236}">
                    <a16:creationId xmlns:a16="http://schemas.microsoft.com/office/drawing/2014/main" id="{46C63302-2E48-9E87-7026-FE790DD560D0}"/>
                  </a:ext>
                </a:extLst>
              </p:cNvPr>
              <p:cNvSpPr/>
              <p:nvPr/>
            </p:nvSpPr>
            <p:spPr bwMode="gray">
              <a:xfrm>
                <a:off x="4746637"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1" name="Ellipse 120">
                <a:extLst>
                  <a:ext uri="{FF2B5EF4-FFF2-40B4-BE49-F238E27FC236}">
                    <a16:creationId xmlns:a16="http://schemas.microsoft.com/office/drawing/2014/main" id="{67FC9395-CDB3-4622-6828-358D0061D9CA}"/>
                  </a:ext>
                </a:extLst>
              </p:cNvPr>
              <p:cNvSpPr/>
              <p:nvPr/>
            </p:nvSpPr>
            <p:spPr bwMode="gray">
              <a:xfrm>
                <a:off x="4929306" y="322724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2" name="Ellipse 121">
                <a:extLst>
                  <a:ext uri="{FF2B5EF4-FFF2-40B4-BE49-F238E27FC236}">
                    <a16:creationId xmlns:a16="http://schemas.microsoft.com/office/drawing/2014/main" id="{54D360CF-F7BE-DA1A-86E3-B406FF0BB438}"/>
                  </a:ext>
                </a:extLst>
              </p:cNvPr>
              <p:cNvSpPr/>
              <p:nvPr/>
            </p:nvSpPr>
            <p:spPr bwMode="gray">
              <a:xfrm>
                <a:off x="484205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3" name="Ellipse 122">
                <a:extLst>
                  <a:ext uri="{FF2B5EF4-FFF2-40B4-BE49-F238E27FC236}">
                    <a16:creationId xmlns:a16="http://schemas.microsoft.com/office/drawing/2014/main" id="{EC39EE37-33D5-A0EB-F521-BECFC9066C93}"/>
                  </a:ext>
                </a:extLst>
              </p:cNvPr>
              <p:cNvSpPr/>
              <p:nvPr/>
            </p:nvSpPr>
            <p:spPr bwMode="gray">
              <a:xfrm>
                <a:off x="502023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4" name="Ellipse 123">
                <a:extLst>
                  <a:ext uri="{FF2B5EF4-FFF2-40B4-BE49-F238E27FC236}">
                    <a16:creationId xmlns:a16="http://schemas.microsoft.com/office/drawing/2014/main" id="{593B5D9F-6A66-EEF7-9932-6446374A8D10}"/>
                  </a:ext>
                </a:extLst>
              </p:cNvPr>
              <p:cNvSpPr/>
              <p:nvPr/>
            </p:nvSpPr>
            <p:spPr bwMode="gray">
              <a:xfrm>
                <a:off x="4771879"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5" name="Ellipse 124">
                <a:extLst>
                  <a:ext uri="{FF2B5EF4-FFF2-40B4-BE49-F238E27FC236}">
                    <a16:creationId xmlns:a16="http://schemas.microsoft.com/office/drawing/2014/main" id="{69B9DD42-1F65-7073-573F-F229D7D36D00}"/>
                  </a:ext>
                </a:extLst>
              </p:cNvPr>
              <p:cNvSpPr/>
              <p:nvPr/>
            </p:nvSpPr>
            <p:spPr bwMode="gray">
              <a:xfrm>
                <a:off x="5091921"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grpSp>
        <p:sp>
          <p:nvSpPr>
            <p:cNvPr id="112" name="Freeform 41">
              <a:extLst>
                <a:ext uri="{FF2B5EF4-FFF2-40B4-BE49-F238E27FC236}">
                  <a16:creationId xmlns:a16="http://schemas.microsoft.com/office/drawing/2014/main" id="{EC1ADBDA-17EF-B643-E8A8-88F49DFC901C}"/>
                </a:ext>
              </a:extLst>
            </p:cNvPr>
            <p:cNvSpPr>
              <a:spLocks/>
            </p:cNvSpPr>
            <p:nvPr/>
          </p:nvSpPr>
          <p:spPr bwMode="auto">
            <a:xfrm>
              <a:off x="2636938" y="1531180"/>
              <a:ext cx="247650" cy="176213"/>
            </a:xfrm>
            <a:custGeom>
              <a:avLst/>
              <a:gdLst>
                <a:gd name="T0" fmla="*/ 64 w 66"/>
                <a:gd name="T1" fmla="*/ 3 h 47"/>
                <a:gd name="T2" fmla="*/ 56 w 66"/>
                <a:gd name="T3" fmla="*/ 1 h 47"/>
                <a:gd name="T4" fmla="*/ 22 w 66"/>
                <a:gd name="T5" fmla="*/ 18 h 47"/>
                <a:gd name="T6" fmla="*/ 16 w 66"/>
                <a:gd name="T7" fmla="*/ 16 h 47"/>
                <a:gd name="T8" fmla="*/ 0 w 66"/>
                <a:gd name="T9" fmla="*/ 32 h 47"/>
                <a:gd name="T10" fmla="*/ 16 w 66"/>
                <a:gd name="T11" fmla="*/ 47 h 47"/>
                <a:gd name="T12" fmla="*/ 31 w 66"/>
                <a:gd name="T13" fmla="*/ 33 h 47"/>
                <a:gd name="T14" fmla="*/ 62 w 66"/>
                <a:gd name="T15" fmla="*/ 11 h 47"/>
                <a:gd name="T16" fmla="*/ 64 w 66"/>
                <a:gd name="T17" fmla="*/ 3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6" h="47">
                  <a:moveTo>
                    <a:pt x="64" y="3"/>
                  </a:moveTo>
                  <a:cubicBezTo>
                    <a:pt x="62" y="1"/>
                    <a:pt x="59" y="0"/>
                    <a:pt x="56" y="1"/>
                  </a:cubicBezTo>
                  <a:cubicBezTo>
                    <a:pt x="22" y="18"/>
                    <a:pt x="22" y="18"/>
                    <a:pt x="22" y="18"/>
                  </a:cubicBezTo>
                  <a:cubicBezTo>
                    <a:pt x="20" y="17"/>
                    <a:pt x="18" y="16"/>
                    <a:pt x="16" y="16"/>
                  </a:cubicBezTo>
                  <a:cubicBezTo>
                    <a:pt x="7" y="16"/>
                    <a:pt x="0" y="23"/>
                    <a:pt x="0" y="32"/>
                  </a:cubicBezTo>
                  <a:cubicBezTo>
                    <a:pt x="0" y="40"/>
                    <a:pt x="7" y="47"/>
                    <a:pt x="16" y="47"/>
                  </a:cubicBezTo>
                  <a:cubicBezTo>
                    <a:pt x="24" y="47"/>
                    <a:pt x="30" y="41"/>
                    <a:pt x="31" y="33"/>
                  </a:cubicBezTo>
                  <a:cubicBezTo>
                    <a:pt x="62" y="11"/>
                    <a:pt x="62" y="11"/>
                    <a:pt x="62" y="11"/>
                  </a:cubicBezTo>
                  <a:cubicBezTo>
                    <a:pt x="65" y="9"/>
                    <a:pt x="66" y="6"/>
                    <a:pt x="64" y="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13" name="Freeform 42">
              <a:extLst>
                <a:ext uri="{FF2B5EF4-FFF2-40B4-BE49-F238E27FC236}">
                  <a16:creationId xmlns:a16="http://schemas.microsoft.com/office/drawing/2014/main" id="{9287F30B-DEFB-D860-DC2A-E89A51031071}"/>
                </a:ext>
              </a:extLst>
            </p:cNvPr>
            <p:cNvSpPr>
              <a:spLocks/>
            </p:cNvSpPr>
            <p:nvPr/>
          </p:nvSpPr>
          <p:spPr bwMode="auto">
            <a:xfrm>
              <a:off x="2484538" y="1440692"/>
              <a:ext cx="358775" cy="231775"/>
            </a:xfrm>
            <a:custGeom>
              <a:avLst/>
              <a:gdLst>
                <a:gd name="T0" fmla="*/ 96 w 96"/>
                <a:gd name="T1" fmla="*/ 14 h 62"/>
                <a:gd name="T2" fmla="*/ 58 w 96"/>
                <a:gd name="T3" fmla="*/ 0 h 62"/>
                <a:gd name="T4" fmla="*/ 0 w 96"/>
                <a:gd name="T5" fmla="*/ 55 h 62"/>
                <a:gd name="T6" fmla="*/ 7 w 96"/>
                <a:gd name="T7" fmla="*/ 62 h 62"/>
                <a:gd name="T8" fmla="*/ 14 w 96"/>
                <a:gd name="T9" fmla="*/ 55 h 62"/>
                <a:gd name="T10" fmla="*/ 58 w 96"/>
                <a:gd name="T11" fmla="*/ 14 h 62"/>
                <a:gd name="T12" fmla="*/ 81 w 96"/>
                <a:gd name="T13" fmla="*/ 20 h 62"/>
                <a:gd name="T14" fmla="*/ 96 w 96"/>
                <a:gd name="T15" fmla="*/ 14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6" h="62">
                  <a:moveTo>
                    <a:pt x="96" y="14"/>
                  </a:moveTo>
                  <a:cubicBezTo>
                    <a:pt x="86" y="5"/>
                    <a:pt x="72" y="0"/>
                    <a:pt x="58" y="0"/>
                  </a:cubicBezTo>
                  <a:cubicBezTo>
                    <a:pt x="26" y="0"/>
                    <a:pt x="0" y="25"/>
                    <a:pt x="0" y="55"/>
                  </a:cubicBezTo>
                  <a:cubicBezTo>
                    <a:pt x="0" y="59"/>
                    <a:pt x="3" y="62"/>
                    <a:pt x="7" y="62"/>
                  </a:cubicBezTo>
                  <a:cubicBezTo>
                    <a:pt x="11" y="62"/>
                    <a:pt x="14" y="59"/>
                    <a:pt x="14" y="55"/>
                  </a:cubicBezTo>
                  <a:cubicBezTo>
                    <a:pt x="14" y="32"/>
                    <a:pt x="34" y="14"/>
                    <a:pt x="58" y="14"/>
                  </a:cubicBezTo>
                  <a:cubicBezTo>
                    <a:pt x="66" y="14"/>
                    <a:pt x="74" y="16"/>
                    <a:pt x="81" y="20"/>
                  </a:cubicBezTo>
                  <a:lnTo>
                    <a:pt x="96" y="14"/>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sp>
        <p:nvSpPr>
          <p:cNvPr id="126" name="Textplatzhalter 85">
            <a:extLst>
              <a:ext uri="{FF2B5EF4-FFF2-40B4-BE49-F238E27FC236}">
                <a16:creationId xmlns:a16="http://schemas.microsoft.com/office/drawing/2014/main" id="{1340D1C5-89D4-A48B-E648-050C2988F191}"/>
              </a:ext>
            </a:extLst>
          </p:cNvPr>
          <p:cNvSpPr>
            <a:spLocks noGrp="1"/>
          </p:cNvSpPr>
          <p:nvPr>
            <p:ph type="body" sz="quarter" idx="15" hasCustomPrompt="1"/>
          </p:nvPr>
        </p:nvSpPr>
        <p:spPr>
          <a:xfrm>
            <a:off x="9048748" y="3668295"/>
            <a:ext cx="2636838" cy="20595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Dauer</a:t>
            </a:r>
          </a:p>
        </p:txBody>
      </p:sp>
      <p:sp>
        <p:nvSpPr>
          <p:cNvPr id="127" name="Textplatzhalter 85">
            <a:extLst>
              <a:ext uri="{FF2B5EF4-FFF2-40B4-BE49-F238E27FC236}">
                <a16:creationId xmlns:a16="http://schemas.microsoft.com/office/drawing/2014/main" id="{9C9635AC-E4A0-4E36-DE15-B56D87BE4551}"/>
              </a:ext>
            </a:extLst>
          </p:cNvPr>
          <p:cNvSpPr>
            <a:spLocks noGrp="1"/>
          </p:cNvSpPr>
          <p:nvPr>
            <p:ph type="body" sz="quarter" idx="16" hasCustomPrompt="1"/>
          </p:nvPr>
        </p:nvSpPr>
        <p:spPr>
          <a:xfrm>
            <a:off x="9048748" y="4821966"/>
            <a:ext cx="2636838" cy="218566"/>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Projektteam</a:t>
            </a:r>
          </a:p>
        </p:txBody>
      </p:sp>
      <p:sp>
        <p:nvSpPr>
          <p:cNvPr id="128" name="Textplatzhalter 85">
            <a:extLst>
              <a:ext uri="{FF2B5EF4-FFF2-40B4-BE49-F238E27FC236}">
                <a16:creationId xmlns:a16="http://schemas.microsoft.com/office/drawing/2014/main" id="{CC43B5BC-1C6C-AC61-61AF-1382CFF7D414}"/>
              </a:ext>
            </a:extLst>
          </p:cNvPr>
          <p:cNvSpPr>
            <a:spLocks noGrp="1"/>
          </p:cNvSpPr>
          <p:nvPr>
            <p:ph type="body" sz="quarter" idx="17" hasCustomPrompt="1"/>
          </p:nvPr>
        </p:nvSpPr>
        <p:spPr>
          <a:xfrm>
            <a:off x="9048748" y="6011456"/>
            <a:ext cx="2636838" cy="21804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Umfeld</a:t>
            </a:r>
          </a:p>
        </p:txBody>
      </p:sp>
    </p:spTree>
    <p:extLst>
      <p:ext uri="{BB962C8B-B14F-4D97-AF65-F5344CB8AC3E}">
        <p14:creationId xmlns:p14="http://schemas.microsoft.com/office/powerpoint/2010/main" val="5036908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Abschluss_2_Kontakt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0" y="2291997"/>
            <a:ext cx="6771577" cy="3217293"/>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3" name="Rechteck 2">
            <a:extLst>
              <a:ext uri="{FF2B5EF4-FFF2-40B4-BE49-F238E27FC236}">
                <a16:creationId xmlns:a16="http://schemas.microsoft.com/office/drawing/2014/main" id="{6FD15C59-8C3E-56C9-1BE3-E74F44F0F53D}"/>
              </a:ext>
            </a:extLst>
          </p:cNvPr>
          <p:cNvSpPr/>
          <p:nvPr userDrawn="1"/>
        </p:nvSpPr>
        <p:spPr>
          <a:xfrm>
            <a:off x="7154547" y="2291997"/>
            <a:ext cx="4880810" cy="1531368"/>
          </a:xfrm>
          <a:prstGeom prst="rect">
            <a:avLst/>
          </a:prstGeom>
          <a:solidFill>
            <a:srgbClr val="F7F7F7">
              <a:alpha val="8902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Bildplatzhalter 28">
            <a:extLst>
              <a:ext uri="{FF2B5EF4-FFF2-40B4-BE49-F238E27FC236}">
                <a16:creationId xmlns:a16="http://schemas.microsoft.com/office/drawing/2014/main" id="{0C48805F-195F-30F4-A446-97E604A21E09}"/>
              </a:ext>
            </a:extLst>
          </p:cNvPr>
          <p:cNvSpPr>
            <a:spLocks noGrp="1"/>
          </p:cNvSpPr>
          <p:nvPr>
            <p:ph type="pic" sz="quarter" idx="12"/>
          </p:nvPr>
        </p:nvSpPr>
        <p:spPr>
          <a:xfrm>
            <a:off x="7329004" y="2449577"/>
            <a:ext cx="1321163" cy="1284476"/>
          </a:xfrm>
        </p:spPr>
        <p:txBody>
          <a:bodyPr/>
          <a:lstStyle>
            <a:lvl1pPr>
              <a:buFontTx/>
              <a:buNone/>
              <a:defRPr sz="1200"/>
            </a:lvl1pPr>
          </a:lstStyle>
          <a:p>
            <a:r>
              <a:rPr lang="de-DE"/>
              <a:t>Bild durch Klicken auf Symbol hinzufügen</a:t>
            </a:r>
            <a:endParaRPr lang="de-DE" dirty="0"/>
          </a:p>
        </p:txBody>
      </p:sp>
      <p:sp>
        <p:nvSpPr>
          <p:cNvPr id="9" name="Textplatzhalter 31">
            <a:extLst>
              <a:ext uri="{FF2B5EF4-FFF2-40B4-BE49-F238E27FC236}">
                <a16:creationId xmlns:a16="http://schemas.microsoft.com/office/drawing/2014/main" id="{C18EA8F8-040A-DFDE-5C39-7C1B1C621DBB}"/>
              </a:ext>
            </a:extLst>
          </p:cNvPr>
          <p:cNvSpPr>
            <a:spLocks noGrp="1"/>
          </p:cNvSpPr>
          <p:nvPr>
            <p:ph type="body" sz="quarter" idx="13" hasCustomPrompt="1"/>
          </p:nvPr>
        </p:nvSpPr>
        <p:spPr>
          <a:xfrm>
            <a:off x="8777689" y="2471042"/>
            <a:ext cx="2874698" cy="207072"/>
          </a:xfrm>
        </p:spPr>
        <p:txBody>
          <a:bodyPr/>
          <a:lstStyle>
            <a:lvl1pPr marL="0" indent="0">
              <a:buNone/>
              <a:defRPr>
                <a:solidFill>
                  <a:schemeClr val="tx1"/>
                </a:solidFill>
              </a:defRPr>
            </a:lvl1pPr>
          </a:lstStyle>
          <a:p>
            <a:pPr lvl="0"/>
            <a:r>
              <a:rPr lang="de-DE" dirty="0"/>
              <a:t>Max Mustermann</a:t>
            </a:r>
          </a:p>
        </p:txBody>
      </p:sp>
      <p:sp>
        <p:nvSpPr>
          <p:cNvPr id="12" name="Textplatzhalter 33">
            <a:extLst>
              <a:ext uri="{FF2B5EF4-FFF2-40B4-BE49-F238E27FC236}">
                <a16:creationId xmlns:a16="http://schemas.microsoft.com/office/drawing/2014/main" id="{0DE42CCD-2143-61D6-CF23-DEE406D5DC84}"/>
              </a:ext>
            </a:extLst>
          </p:cNvPr>
          <p:cNvSpPr>
            <a:spLocks noGrp="1"/>
          </p:cNvSpPr>
          <p:nvPr>
            <p:ph type="body" sz="quarter" idx="14" hasCustomPrompt="1"/>
          </p:nvPr>
        </p:nvSpPr>
        <p:spPr>
          <a:xfrm>
            <a:off x="8777689" y="2763551"/>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13" name="Textplatzhalter 33">
            <a:extLst>
              <a:ext uri="{FF2B5EF4-FFF2-40B4-BE49-F238E27FC236}">
                <a16:creationId xmlns:a16="http://schemas.microsoft.com/office/drawing/2014/main" id="{E8201988-E613-F247-85AC-FF5ABDDD1EEE}"/>
              </a:ext>
            </a:extLst>
          </p:cNvPr>
          <p:cNvSpPr>
            <a:spLocks noGrp="1"/>
          </p:cNvSpPr>
          <p:nvPr>
            <p:ph type="body" sz="quarter" idx="15" hasCustomPrompt="1"/>
          </p:nvPr>
        </p:nvSpPr>
        <p:spPr>
          <a:xfrm>
            <a:off x="8777689" y="3107955"/>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14" name="Textplatzhalter 33">
            <a:extLst>
              <a:ext uri="{FF2B5EF4-FFF2-40B4-BE49-F238E27FC236}">
                <a16:creationId xmlns:a16="http://schemas.microsoft.com/office/drawing/2014/main" id="{753636C5-3A89-CC37-5335-4FD64910FAB3}"/>
              </a:ext>
            </a:extLst>
          </p:cNvPr>
          <p:cNvSpPr>
            <a:spLocks noGrp="1"/>
          </p:cNvSpPr>
          <p:nvPr>
            <p:ph type="body" sz="quarter" idx="16" hasCustomPrompt="1"/>
          </p:nvPr>
        </p:nvSpPr>
        <p:spPr>
          <a:xfrm>
            <a:off x="8777689" y="3327532"/>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15" name="Textplatzhalter 33">
            <a:extLst>
              <a:ext uri="{FF2B5EF4-FFF2-40B4-BE49-F238E27FC236}">
                <a16:creationId xmlns:a16="http://schemas.microsoft.com/office/drawing/2014/main" id="{BC002C73-D3FE-635D-8CE5-A58E05CA8969}"/>
              </a:ext>
            </a:extLst>
          </p:cNvPr>
          <p:cNvSpPr>
            <a:spLocks noGrp="1"/>
          </p:cNvSpPr>
          <p:nvPr>
            <p:ph type="body" sz="quarter" idx="17" hasCustomPrompt="1"/>
          </p:nvPr>
        </p:nvSpPr>
        <p:spPr>
          <a:xfrm>
            <a:off x="8799663" y="3567648"/>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17" name="Rechteck 16">
            <a:extLst>
              <a:ext uri="{FF2B5EF4-FFF2-40B4-BE49-F238E27FC236}">
                <a16:creationId xmlns:a16="http://schemas.microsoft.com/office/drawing/2014/main" id="{7FE92994-B700-9ED6-E9C4-FDA9CD4219C2}"/>
              </a:ext>
            </a:extLst>
          </p:cNvPr>
          <p:cNvSpPr/>
          <p:nvPr userDrawn="1"/>
        </p:nvSpPr>
        <p:spPr>
          <a:xfrm>
            <a:off x="7154547" y="3977922"/>
            <a:ext cx="4880810" cy="1531368"/>
          </a:xfrm>
          <a:prstGeom prst="rect">
            <a:avLst/>
          </a:prstGeom>
          <a:solidFill>
            <a:schemeClr val="bg1">
              <a:alpha val="89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Bildplatzhalter 28">
            <a:extLst>
              <a:ext uri="{FF2B5EF4-FFF2-40B4-BE49-F238E27FC236}">
                <a16:creationId xmlns:a16="http://schemas.microsoft.com/office/drawing/2014/main" id="{460E3164-37DC-F69D-78EF-E4723B9175BB}"/>
              </a:ext>
            </a:extLst>
          </p:cNvPr>
          <p:cNvSpPr>
            <a:spLocks noGrp="1"/>
          </p:cNvSpPr>
          <p:nvPr>
            <p:ph type="pic" sz="quarter" idx="19"/>
          </p:nvPr>
        </p:nvSpPr>
        <p:spPr>
          <a:xfrm>
            <a:off x="7329004" y="4135502"/>
            <a:ext cx="1321163" cy="1284476"/>
          </a:xfrm>
        </p:spPr>
        <p:txBody>
          <a:bodyPr/>
          <a:lstStyle>
            <a:lvl1pPr>
              <a:buFontTx/>
              <a:buNone/>
              <a:defRPr sz="1100"/>
            </a:lvl1pPr>
          </a:lstStyle>
          <a:p>
            <a:r>
              <a:rPr lang="de-DE"/>
              <a:t>Bild durch Klicken auf Symbol hinzufügen</a:t>
            </a:r>
            <a:endParaRPr lang="de-DE" dirty="0"/>
          </a:p>
        </p:txBody>
      </p:sp>
      <p:sp>
        <p:nvSpPr>
          <p:cNvPr id="19" name="Textplatzhalter 31">
            <a:extLst>
              <a:ext uri="{FF2B5EF4-FFF2-40B4-BE49-F238E27FC236}">
                <a16:creationId xmlns:a16="http://schemas.microsoft.com/office/drawing/2014/main" id="{1F7C20D9-3B03-5B32-D1C0-74D4B9A39C58}"/>
              </a:ext>
            </a:extLst>
          </p:cNvPr>
          <p:cNvSpPr>
            <a:spLocks noGrp="1"/>
          </p:cNvSpPr>
          <p:nvPr>
            <p:ph type="body" sz="quarter" idx="20" hasCustomPrompt="1"/>
          </p:nvPr>
        </p:nvSpPr>
        <p:spPr>
          <a:xfrm>
            <a:off x="8777689" y="4156967"/>
            <a:ext cx="2874698" cy="207072"/>
          </a:xfrm>
        </p:spPr>
        <p:txBody>
          <a:bodyPr/>
          <a:lstStyle>
            <a:lvl1pPr marL="0" indent="0">
              <a:buNone/>
              <a:defRPr>
                <a:solidFill>
                  <a:schemeClr val="tx1"/>
                </a:solidFill>
              </a:defRPr>
            </a:lvl1pPr>
          </a:lstStyle>
          <a:p>
            <a:pPr lvl="0"/>
            <a:r>
              <a:rPr lang="de-DE" dirty="0"/>
              <a:t>Max Mustermann</a:t>
            </a:r>
          </a:p>
        </p:txBody>
      </p:sp>
      <p:sp>
        <p:nvSpPr>
          <p:cNvPr id="20" name="Textplatzhalter 33">
            <a:extLst>
              <a:ext uri="{FF2B5EF4-FFF2-40B4-BE49-F238E27FC236}">
                <a16:creationId xmlns:a16="http://schemas.microsoft.com/office/drawing/2014/main" id="{182F4518-B7C4-13C4-D2D9-D7EEDEF10E10}"/>
              </a:ext>
            </a:extLst>
          </p:cNvPr>
          <p:cNvSpPr>
            <a:spLocks noGrp="1"/>
          </p:cNvSpPr>
          <p:nvPr>
            <p:ph type="body" sz="quarter" idx="21" hasCustomPrompt="1"/>
          </p:nvPr>
        </p:nvSpPr>
        <p:spPr>
          <a:xfrm>
            <a:off x="8777689" y="4449476"/>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21" name="Textplatzhalter 33">
            <a:extLst>
              <a:ext uri="{FF2B5EF4-FFF2-40B4-BE49-F238E27FC236}">
                <a16:creationId xmlns:a16="http://schemas.microsoft.com/office/drawing/2014/main" id="{7449C385-B79E-BB08-56C7-1087E89160D4}"/>
              </a:ext>
            </a:extLst>
          </p:cNvPr>
          <p:cNvSpPr>
            <a:spLocks noGrp="1"/>
          </p:cNvSpPr>
          <p:nvPr>
            <p:ph type="body" sz="quarter" idx="22" hasCustomPrompt="1"/>
          </p:nvPr>
        </p:nvSpPr>
        <p:spPr>
          <a:xfrm>
            <a:off x="8777689" y="4793880"/>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22" name="Textplatzhalter 33">
            <a:extLst>
              <a:ext uri="{FF2B5EF4-FFF2-40B4-BE49-F238E27FC236}">
                <a16:creationId xmlns:a16="http://schemas.microsoft.com/office/drawing/2014/main" id="{64E21B40-AD67-AF58-DC0F-D12B4211817B}"/>
              </a:ext>
            </a:extLst>
          </p:cNvPr>
          <p:cNvSpPr>
            <a:spLocks noGrp="1"/>
          </p:cNvSpPr>
          <p:nvPr>
            <p:ph type="body" sz="quarter" idx="23" hasCustomPrompt="1"/>
          </p:nvPr>
        </p:nvSpPr>
        <p:spPr>
          <a:xfrm>
            <a:off x="8777689" y="5013457"/>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23" name="Textplatzhalter 33">
            <a:extLst>
              <a:ext uri="{FF2B5EF4-FFF2-40B4-BE49-F238E27FC236}">
                <a16:creationId xmlns:a16="http://schemas.microsoft.com/office/drawing/2014/main" id="{B759A770-5C98-93F8-774C-CD04C5BF2C8B}"/>
              </a:ext>
            </a:extLst>
          </p:cNvPr>
          <p:cNvSpPr>
            <a:spLocks noGrp="1"/>
          </p:cNvSpPr>
          <p:nvPr>
            <p:ph type="body" sz="quarter" idx="24" hasCustomPrompt="1"/>
          </p:nvPr>
        </p:nvSpPr>
        <p:spPr>
          <a:xfrm>
            <a:off x="8799663" y="5253573"/>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24" name="Textfeld 23">
            <a:extLst>
              <a:ext uri="{FF2B5EF4-FFF2-40B4-BE49-F238E27FC236}">
                <a16:creationId xmlns:a16="http://schemas.microsoft.com/office/drawing/2014/main" id="{33DB1E23-B613-7037-5F65-038438276FEB}"/>
              </a:ext>
            </a:extLst>
          </p:cNvPr>
          <p:cNvSpPr txBox="1"/>
          <p:nvPr userDrawn="1"/>
        </p:nvSpPr>
        <p:spPr>
          <a:xfrm>
            <a:off x="467275" y="3133888"/>
            <a:ext cx="5837025" cy="1200329"/>
          </a:xfrm>
          <a:prstGeom prst="rect">
            <a:avLst/>
          </a:prstGeom>
          <a:noFill/>
        </p:spPr>
        <p:txBody>
          <a:bodyPr wrap="square" rtlCol="0">
            <a:spAutoFit/>
          </a:bodyPr>
          <a:lstStyle/>
          <a:p>
            <a:r>
              <a:rPr lang="de-DE" sz="3600" b="1" dirty="0">
                <a:solidFill>
                  <a:schemeClr val="bg1"/>
                </a:solidFill>
              </a:rPr>
              <a:t>VIELEN DANK FÜR IHRE</a:t>
            </a:r>
            <a:br>
              <a:rPr lang="de-DE" sz="3600" b="1" dirty="0">
                <a:solidFill>
                  <a:schemeClr val="bg1"/>
                </a:solidFill>
              </a:rPr>
            </a:br>
            <a:r>
              <a:rPr lang="de-DE" sz="3600" b="1" dirty="0">
                <a:solidFill>
                  <a:schemeClr val="bg1"/>
                </a:solidFill>
              </a:rPr>
              <a:t>AUFMERKSAMKEIT!</a:t>
            </a:r>
            <a:endParaRPr lang="de-DE" sz="3600" b="1" dirty="0"/>
          </a:p>
        </p:txBody>
      </p:sp>
      <p:sp>
        <p:nvSpPr>
          <p:cNvPr id="25" name="Textfeld 24">
            <a:extLst>
              <a:ext uri="{FF2B5EF4-FFF2-40B4-BE49-F238E27FC236}">
                <a16:creationId xmlns:a16="http://schemas.microsoft.com/office/drawing/2014/main" id="{F4CDEDB6-5A55-4654-BC7F-DA8718CFEF17}"/>
              </a:ext>
            </a:extLst>
          </p:cNvPr>
          <p:cNvSpPr txBox="1"/>
          <p:nvPr userDrawn="1"/>
        </p:nvSpPr>
        <p:spPr>
          <a:xfrm>
            <a:off x="483529" y="4385206"/>
            <a:ext cx="5837025" cy="369332"/>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1800" dirty="0">
                <a:solidFill>
                  <a:schemeClr val="bg1"/>
                </a:solidFill>
                <a:hlinkClick r:id="rId4">
                  <a:extLst>
                    <a:ext uri="{A12FA001-AC4F-418D-AE19-62706E023703}">
                      <ahyp:hlinkClr xmlns:ahyp="http://schemas.microsoft.com/office/drawing/2018/hyperlinkcolor" val="tx"/>
                    </a:ext>
                  </a:extLst>
                </a:hlinkClick>
              </a:rPr>
              <a:t>www.smartmechatronics.de</a:t>
            </a:r>
            <a:endParaRPr lang="de-DE" sz="1800" dirty="0">
              <a:solidFill>
                <a:schemeClr val="bg1"/>
              </a:solidFill>
            </a:endParaRPr>
          </a:p>
        </p:txBody>
      </p:sp>
      <p:sp>
        <p:nvSpPr>
          <p:cNvPr id="26" name="Textfeld 25">
            <a:extLst>
              <a:ext uri="{FF2B5EF4-FFF2-40B4-BE49-F238E27FC236}">
                <a16:creationId xmlns:a16="http://schemas.microsoft.com/office/drawing/2014/main" id="{BE064655-21AF-E6D0-E7AC-70D984A78E5C}"/>
              </a:ext>
            </a:extLst>
          </p:cNvPr>
          <p:cNvSpPr txBox="1"/>
          <p:nvPr userDrawn="1"/>
        </p:nvSpPr>
        <p:spPr>
          <a:xfrm>
            <a:off x="7032104" y="1626287"/>
            <a:ext cx="4032448"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2400" b="1" dirty="0">
                <a:solidFill>
                  <a:schemeClr val="bg1"/>
                </a:solidFill>
              </a:rPr>
              <a:t>IHRE KONTAKTE</a:t>
            </a:r>
          </a:p>
        </p:txBody>
      </p:sp>
    </p:spTree>
    <p:extLst>
      <p:ext uri="{BB962C8B-B14F-4D97-AF65-F5344CB8AC3E}">
        <p14:creationId xmlns:p14="http://schemas.microsoft.com/office/powerpoint/2010/main" val="22904156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Abschluss_1_Kontak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0" y="2564904"/>
            <a:ext cx="6771577" cy="2880320"/>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3" name="Rechteck 2">
            <a:extLst>
              <a:ext uri="{FF2B5EF4-FFF2-40B4-BE49-F238E27FC236}">
                <a16:creationId xmlns:a16="http://schemas.microsoft.com/office/drawing/2014/main" id="{6FD15C59-8C3E-56C9-1BE3-E74F44F0F53D}"/>
              </a:ext>
            </a:extLst>
          </p:cNvPr>
          <p:cNvSpPr/>
          <p:nvPr userDrawn="1"/>
        </p:nvSpPr>
        <p:spPr>
          <a:xfrm>
            <a:off x="7154547" y="3320304"/>
            <a:ext cx="4880810" cy="1531368"/>
          </a:xfrm>
          <a:prstGeom prst="rect">
            <a:avLst/>
          </a:prstGeom>
          <a:solidFill>
            <a:srgbClr val="F7F7F7">
              <a:alpha val="8902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Bildplatzhalter 28">
            <a:extLst>
              <a:ext uri="{FF2B5EF4-FFF2-40B4-BE49-F238E27FC236}">
                <a16:creationId xmlns:a16="http://schemas.microsoft.com/office/drawing/2014/main" id="{0C48805F-195F-30F4-A446-97E604A21E09}"/>
              </a:ext>
            </a:extLst>
          </p:cNvPr>
          <p:cNvSpPr>
            <a:spLocks noGrp="1"/>
          </p:cNvSpPr>
          <p:nvPr>
            <p:ph type="pic" sz="quarter" idx="12"/>
          </p:nvPr>
        </p:nvSpPr>
        <p:spPr>
          <a:xfrm>
            <a:off x="7329004" y="3477884"/>
            <a:ext cx="1321163" cy="1284476"/>
          </a:xfrm>
        </p:spPr>
        <p:txBody>
          <a:bodyPr/>
          <a:lstStyle>
            <a:lvl1pPr>
              <a:buFontTx/>
              <a:buNone/>
              <a:defRPr sz="1200"/>
            </a:lvl1pPr>
          </a:lstStyle>
          <a:p>
            <a:r>
              <a:rPr lang="de-DE"/>
              <a:t>Bild durch Klicken auf Symbol hinzufügen</a:t>
            </a:r>
            <a:endParaRPr lang="de-DE" dirty="0"/>
          </a:p>
        </p:txBody>
      </p:sp>
      <p:sp>
        <p:nvSpPr>
          <p:cNvPr id="9" name="Textplatzhalter 31">
            <a:extLst>
              <a:ext uri="{FF2B5EF4-FFF2-40B4-BE49-F238E27FC236}">
                <a16:creationId xmlns:a16="http://schemas.microsoft.com/office/drawing/2014/main" id="{C18EA8F8-040A-DFDE-5C39-7C1B1C621DBB}"/>
              </a:ext>
            </a:extLst>
          </p:cNvPr>
          <p:cNvSpPr>
            <a:spLocks noGrp="1"/>
          </p:cNvSpPr>
          <p:nvPr>
            <p:ph type="body" sz="quarter" idx="13" hasCustomPrompt="1"/>
          </p:nvPr>
        </p:nvSpPr>
        <p:spPr>
          <a:xfrm>
            <a:off x="8777689" y="3499349"/>
            <a:ext cx="2874698" cy="207072"/>
          </a:xfrm>
        </p:spPr>
        <p:txBody>
          <a:bodyPr/>
          <a:lstStyle>
            <a:lvl1pPr marL="0" indent="0">
              <a:buNone/>
              <a:defRPr>
                <a:solidFill>
                  <a:schemeClr val="tx1"/>
                </a:solidFill>
              </a:defRPr>
            </a:lvl1pPr>
          </a:lstStyle>
          <a:p>
            <a:pPr lvl="0"/>
            <a:r>
              <a:rPr lang="de-DE" dirty="0"/>
              <a:t>Max Mustermann</a:t>
            </a:r>
          </a:p>
        </p:txBody>
      </p:sp>
      <p:sp>
        <p:nvSpPr>
          <p:cNvPr id="12" name="Textplatzhalter 33">
            <a:extLst>
              <a:ext uri="{FF2B5EF4-FFF2-40B4-BE49-F238E27FC236}">
                <a16:creationId xmlns:a16="http://schemas.microsoft.com/office/drawing/2014/main" id="{0DE42CCD-2143-61D6-CF23-DEE406D5DC84}"/>
              </a:ext>
            </a:extLst>
          </p:cNvPr>
          <p:cNvSpPr>
            <a:spLocks noGrp="1"/>
          </p:cNvSpPr>
          <p:nvPr>
            <p:ph type="body" sz="quarter" idx="14" hasCustomPrompt="1"/>
          </p:nvPr>
        </p:nvSpPr>
        <p:spPr>
          <a:xfrm>
            <a:off x="8777689" y="3791858"/>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13" name="Textplatzhalter 33">
            <a:extLst>
              <a:ext uri="{FF2B5EF4-FFF2-40B4-BE49-F238E27FC236}">
                <a16:creationId xmlns:a16="http://schemas.microsoft.com/office/drawing/2014/main" id="{E8201988-E613-F247-85AC-FF5ABDDD1EEE}"/>
              </a:ext>
            </a:extLst>
          </p:cNvPr>
          <p:cNvSpPr>
            <a:spLocks noGrp="1"/>
          </p:cNvSpPr>
          <p:nvPr>
            <p:ph type="body" sz="quarter" idx="15" hasCustomPrompt="1"/>
          </p:nvPr>
        </p:nvSpPr>
        <p:spPr>
          <a:xfrm>
            <a:off x="8777689" y="4136262"/>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14" name="Textplatzhalter 33">
            <a:extLst>
              <a:ext uri="{FF2B5EF4-FFF2-40B4-BE49-F238E27FC236}">
                <a16:creationId xmlns:a16="http://schemas.microsoft.com/office/drawing/2014/main" id="{753636C5-3A89-CC37-5335-4FD64910FAB3}"/>
              </a:ext>
            </a:extLst>
          </p:cNvPr>
          <p:cNvSpPr>
            <a:spLocks noGrp="1"/>
          </p:cNvSpPr>
          <p:nvPr>
            <p:ph type="body" sz="quarter" idx="16" hasCustomPrompt="1"/>
          </p:nvPr>
        </p:nvSpPr>
        <p:spPr>
          <a:xfrm>
            <a:off x="8777689" y="4355839"/>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15" name="Textplatzhalter 33">
            <a:extLst>
              <a:ext uri="{FF2B5EF4-FFF2-40B4-BE49-F238E27FC236}">
                <a16:creationId xmlns:a16="http://schemas.microsoft.com/office/drawing/2014/main" id="{BC002C73-D3FE-635D-8CE5-A58E05CA8969}"/>
              </a:ext>
            </a:extLst>
          </p:cNvPr>
          <p:cNvSpPr>
            <a:spLocks noGrp="1"/>
          </p:cNvSpPr>
          <p:nvPr>
            <p:ph type="body" sz="quarter" idx="17" hasCustomPrompt="1"/>
          </p:nvPr>
        </p:nvSpPr>
        <p:spPr>
          <a:xfrm>
            <a:off x="8799663" y="4595955"/>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2" name="Textfeld 1">
            <a:extLst>
              <a:ext uri="{FF2B5EF4-FFF2-40B4-BE49-F238E27FC236}">
                <a16:creationId xmlns:a16="http://schemas.microsoft.com/office/drawing/2014/main" id="{2E3B3814-0F98-651E-D2B3-594828D57F8B}"/>
              </a:ext>
            </a:extLst>
          </p:cNvPr>
          <p:cNvSpPr txBox="1"/>
          <p:nvPr userDrawn="1"/>
        </p:nvSpPr>
        <p:spPr>
          <a:xfrm>
            <a:off x="467275" y="3302868"/>
            <a:ext cx="5837025" cy="1200329"/>
          </a:xfrm>
          <a:prstGeom prst="rect">
            <a:avLst/>
          </a:prstGeom>
          <a:noFill/>
        </p:spPr>
        <p:txBody>
          <a:bodyPr wrap="square" rtlCol="0">
            <a:spAutoFit/>
          </a:bodyPr>
          <a:lstStyle/>
          <a:p>
            <a:r>
              <a:rPr lang="de-DE" sz="3600" b="1" dirty="0">
                <a:solidFill>
                  <a:schemeClr val="bg1"/>
                </a:solidFill>
              </a:rPr>
              <a:t>VIELEN DANK FÜR IHRE</a:t>
            </a:r>
            <a:br>
              <a:rPr lang="de-DE" sz="3600" b="1" dirty="0">
                <a:solidFill>
                  <a:schemeClr val="bg1"/>
                </a:solidFill>
              </a:rPr>
            </a:br>
            <a:r>
              <a:rPr lang="de-DE" sz="3600" b="1" dirty="0">
                <a:solidFill>
                  <a:schemeClr val="bg1"/>
                </a:solidFill>
              </a:rPr>
              <a:t>AUFMERKSAMKEIT!</a:t>
            </a:r>
            <a:endParaRPr lang="de-DE" sz="3600" b="1" dirty="0"/>
          </a:p>
        </p:txBody>
      </p:sp>
      <p:sp>
        <p:nvSpPr>
          <p:cNvPr id="24" name="Textfeld 23">
            <a:extLst>
              <a:ext uri="{FF2B5EF4-FFF2-40B4-BE49-F238E27FC236}">
                <a16:creationId xmlns:a16="http://schemas.microsoft.com/office/drawing/2014/main" id="{1A41C324-2C49-4F22-3EF3-DEC2B04F5CCB}"/>
              </a:ext>
            </a:extLst>
          </p:cNvPr>
          <p:cNvSpPr txBox="1"/>
          <p:nvPr userDrawn="1"/>
        </p:nvSpPr>
        <p:spPr>
          <a:xfrm>
            <a:off x="483529" y="4554186"/>
            <a:ext cx="5837025" cy="369332"/>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1800" dirty="0">
                <a:solidFill>
                  <a:schemeClr val="bg1"/>
                </a:solidFill>
                <a:hlinkClick r:id="rId4">
                  <a:extLst>
                    <a:ext uri="{A12FA001-AC4F-418D-AE19-62706E023703}">
                      <ahyp:hlinkClr xmlns:ahyp="http://schemas.microsoft.com/office/drawing/2018/hyperlinkcolor" val="tx"/>
                    </a:ext>
                  </a:extLst>
                </a:hlinkClick>
              </a:rPr>
              <a:t>www.smartmechatronics.de</a:t>
            </a:r>
            <a:endParaRPr lang="de-DE" sz="1800" dirty="0">
              <a:solidFill>
                <a:schemeClr val="bg1"/>
              </a:solidFill>
            </a:endParaRPr>
          </a:p>
        </p:txBody>
      </p:sp>
      <p:sp>
        <p:nvSpPr>
          <p:cNvPr id="25" name="Textfeld 24">
            <a:extLst>
              <a:ext uri="{FF2B5EF4-FFF2-40B4-BE49-F238E27FC236}">
                <a16:creationId xmlns:a16="http://schemas.microsoft.com/office/drawing/2014/main" id="{EBCAD232-054C-7A72-5E84-C01BF4C1582C}"/>
              </a:ext>
            </a:extLst>
          </p:cNvPr>
          <p:cNvSpPr txBox="1"/>
          <p:nvPr userDrawn="1"/>
        </p:nvSpPr>
        <p:spPr>
          <a:xfrm>
            <a:off x="7154547" y="2679303"/>
            <a:ext cx="4032448"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2400" b="1" dirty="0">
                <a:solidFill>
                  <a:schemeClr val="bg1"/>
                </a:solidFill>
              </a:rPr>
              <a:t>IHR KONTAKT</a:t>
            </a:r>
          </a:p>
        </p:txBody>
      </p:sp>
    </p:spTree>
    <p:extLst>
      <p:ext uri="{BB962C8B-B14F-4D97-AF65-F5344CB8AC3E}">
        <p14:creationId xmlns:p14="http://schemas.microsoft.com/office/powerpoint/2010/main" val="30425308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Abschluss_2_Kontakte_Variation">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3" name="Rechteck 2">
            <a:extLst>
              <a:ext uri="{FF2B5EF4-FFF2-40B4-BE49-F238E27FC236}">
                <a16:creationId xmlns:a16="http://schemas.microsoft.com/office/drawing/2014/main" id="{6FD15C59-8C3E-56C9-1BE3-E74F44F0F53D}"/>
              </a:ext>
            </a:extLst>
          </p:cNvPr>
          <p:cNvSpPr/>
          <p:nvPr userDrawn="1"/>
        </p:nvSpPr>
        <p:spPr>
          <a:xfrm>
            <a:off x="839416" y="4909468"/>
            <a:ext cx="4880810" cy="1531368"/>
          </a:xfrm>
          <a:prstGeom prst="rect">
            <a:avLst/>
          </a:prstGeom>
          <a:solidFill>
            <a:srgbClr val="F7F7F7">
              <a:alpha val="8902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Bildplatzhalter 28">
            <a:extLst>
              <a:ext uri="{FF2B5EF4-FFF2-40B4-BE49-F238E27FC236}">
                <a16:creationId xmlns:a16="http://schemas.microsoft.com/office/drawing/2014/main" id="{0C48805F-195F-30F4-A446-97E604A21E09}"/>
              </a:ext>
            </a:extLst>
          </p:cNvPr>
          <p:cNvSpPr>
            <a:spLocks noGrp="1"/>
          </p:cNvSpPr>
          <p:nvPr>
            <p:ph type="pic" sz="quarter" idx="12"/>
          </p:nvPr>
        </p:nvSpPr>
        <p:spPr>
          <a:xfrm>
            <a:off x="1013873" y="5067048"/>
            <a:ext cx="1321163" cy="1284476"/>
          </a:xfrm>
        </p:spPr>
        <p:txBody>
          <a:bodyPr/>
          <a:lstStyle>
            <a:lvl1pPr>
              <a:buFontTx/>
              <a:buNone/>
              <a:defRPr sz="1200"/>
            </a:lvl1pPr>
          </a:lstStyle>
          <a:p>
            <a:r>
              <a:rPr lang="de-DE"/>
              <a:t>Bild durch Klicken auf Symbol hinzufügen</a:t>
            </a:r>
            <a:endParaRPr lang="de-DE" dirty="0"/>
          </a:p>
        </p:txBody>
      </p:sp>
      <p:sp>
        <p:nvSpPr>
          <p:cNvPr id="9" name="Textplatzhalter 31">
            <a:extLst>
              <a:ext uri="{FF2B5EF4-FFF2-40B4-BE49-F238E27FC236}">
                <a16:creationId xmlns:a16="http://schemas.microsoft.com/office/drawing/2014/main" id="{C18EA8F8-040A-DFDE-5C39-7C1B1C621DBB}"/>
              </a:ext>
            </a:extLst>
          </p:cNvPr>
          <p:cNvSpPr>
            <a:spLocks noGrp="1"/>
          </p:cNvSpPr>
          <p:nvPr>
            <p:ph type="body" sz="quarter" idx="13" hasCustomPrompt="1"/>
          </p:nvPr>
        </p:nvSpPr>
        <p:spPr>
          <a:xfrm>
            <a:off x="2462558" y="5088513"/>
            <a:ext cx="2874698" cy="207072"/>
          </a:xfrm>
        </p:spPr>
        <p:txBody>
          <a:bodyPr/>
          <a:lstStyle>
            <a:lvl1pPr marL="0" indent="0">
              <a:buNone/>
              <a:defRPr>
                <a:solidFill>
                  <a:schemeClr val="tx1"/>
                </a:solidFill>
              </a:defRPr>
            </a:lvl1pPr>
          </a:lstStyle>
          <a:p>
            <a:pPr lvl="0"/>
            <a:r>
              <a:rPr lang="de-DE" dirty="0"/>
              <a:t>Max Mustermann</a:t>
            </a:r>
          </a:p>
        </p:txBody>
      </p:sp>
      <p:sp>
        <p:nvSpPr>
          <p:cNvPr id="12" name="Textplatzhalter 33">
            <a:extLst>
              <a:ext uri="{FF2B5EF4-FFF2-40B4-BE49-F238E27FC236}">
                <a16:creationId xmlns:a16="http://schemas.microsoft.com/office/drawing/2014/main" id="{0DE42CCD-2143-61D6-CF23-DEE406D5DC84}"/>
              </a:ext>
            </a:extLst>
          </p:cNvPr>
          <p:cNvSpPr>
            <a:spLocks noGrp="1"/>
          </p:cNvSpPr>
          <p:nvPr>
            <p:ph type="body" sz="quarter" idx="14" hasCustomPrompt="1"/>
          </p:nvPr>
        </p:nvSpPr>
        <p:spPr>
          <a:xfrm>
            <a:off x="2462558" y="5381022"/>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13" name="Textplatzhalter 33">
            <a:extLst>
              <a:ext uri="{FF2B5EF4-FFF2-40B4-BE49-F238E27FC236}">
                <a16:creationId xmlns:a16="http://schemas.microsoft.com/office/drawing/2014/main" id="{E8201988-E613-F247-85AC-FF5ABDDD1EEE}"/>
              </a:ext>
            </a:extLst>
          </p:cNvPr>
          <p:cNvSpPr>
            <a:spLocks noGrp="1"/>
          </p:cNvSpPr>
          <p:nvPr>
            <p:ph type="body" sz="quarter" idx="15" hasCustomPrompt="1"/>
          </p:nvPr>
        </p:nvSpPr>
        <p:spPr>
          <a:xfrm>
            <a:off x="2462558" y="5725426"/>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14" name="Textplatzhalter 33">
            <a:extLst>
              <a:ext uri="{FF2B5EF4-FFF2-40B4-BE49-F238E27FC236}">
                <a16:creationId xmlns:a16="http://schemas.microsoft.com/office/drawing/2014/main" id="{753636C5-3A89-CC37-5335-4FD64910FAB3}"/>
              </a:ext>
            </a:extLst>
          </p:cNvPr>
          <p:cNvSpPr>
            <a:spLocks noGrp="1"/>
          </p:cNvSpPr>
          <p:nvPr>
            <p:ph type="body" sz="quarter" idx="16" hasCustomPrompt="1"/>
          </p:nvPr>
        </p:nvSpPr>
        <p:spPr>
          <a:xfrm>
            <a:off x="2462558" y="5945003"/>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15" name="Textplatzhalter 33">
            <a:extLst>
              <a:ext uri="{FF2B5EF4-FFF2-40B4-BE49-F238E27FC236}">
                <a16:creationId xmlns:a16="http://schemas.microsoft.com/office/drawing/2014/main" id="{BC002C73-D3FE-635D-8CE5-A58E05CA8969}"/>
              </a:ext>
            </a:extLst>
          </p:cNvPr>
          <p:cNvSpPr>
            <a:spLocks noGrp="1"/>
          </p:cNvSpPr>
          <p:nvPr>
            <p:ph type="body" sz="quarter" idx="17" hasCustomPrompt="1"/>
          </p:nvPr>
        </p:nvSpPr>
        <p:spPr>
          <a:xfrm>
            <a:off x="2484532" y="6185119"/>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17" name="Rechteck 16">
            <a:extLst>
              <a:ext uri="{FF2B5EF4-FFF2-40B4-BE49-F238E27FC236}">
                <a16:creationId xmlns:a16="http://schemas.microsoft.com/office/drawing/2014/main" id="{7FE92994-B700-9ED6-E9C4-FDA9CD4219C2}"/>
              </a:ext>
            </a:extLst>
          </p:cNvPr>
          <p:cNvSpPr/>
          <p:nvPr userDrawn="1"/>
        </p:nvSpPr>
        <p:spPr>
          <a:xfrm>
            <a:off x="6023992" y="4909468"/>
            <a:ext cx="4880810" cy="1531368"/>
          </a:xfrm>
          <a:prstGeom prst="rect">
            <a:avLst/>
          </a:prstGeom>
          <a:solidFill>
            <a:schemeClr val="bg1">
              <a:alpha val="89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Bildplatzhalter 28">
            <a:extLst>
              <a:ext uri="{FF2B5EF4-FFF2-40B4-BE49-F238E27FC236}">
                <a16:creationId xmlns:a16="http://schemas.microsoft.com/office/drawing/2014/main" id="{460E3164-37DC-F69D-78EF-E4723B9175BB}"/>
              </a:ext>
            </a:extLst>
          </p:cNvPr>
          <p:cNvSpPr>
            <a:spLocks noGrp="1"/>
          </p:cNvSpPr>
          <p:nvPr>
            <p:ph type="pic" sz="quarter" idx="19"/>
          </p:nvPr>
        </p:nvSpPr>
        <p:spPr>
          <a:xfrm>
            <a:off x="6198449" y="5067048"/>
            <a:ext cx="1321163" cy="1284476"/>
          </a:xfrm>
        </p:spPr>
        <p:txBody>
          <a:bodyPr/>
          <a:lstStyle>
            <a:lvl1pPr>
              <a:buFontTx/>
              <a:buNone/>
              <a:defRPr sz="1100"/>
            </a:lvl1pPr>
          </a:lstStyle>
          <a:p>
            <a:r>
              <a:rPr lang="de-DE"/>
              <a:t>Bild durch Klicken auf Symbol hinzufügen</a:t>
            </a:r>
            <a:endParaRPr lang="de-DE" dirty="0"/>
          </a:p>
        </p:txBody>
      </p:sp>
      <p:sp>
        <p:nvSpPr>
          <p:cNvPr id="19" name="Textplatzhalter 31">
            <a:extLst>
              <a:ext uri="{FF2B5EF4-FFF2-40B4-BE49-F238E27FC236}">
                <a16:creationId xmlns:a16="http://schemas.microsoft.com/office/drawing/2014/main" id="{1F7C20D9-3B03-5B32-D1C0-74D4B9A39C58}"/>
              </a:ext>
            </a:extLst>
          </p:cNvPr>
          <p:cNvSpPr>
            <a:spLocks noGrp="1"/>
          </p:cNvSpPr>
          <p:nvPr>
            <p:ph type="body" sz="quarter" idx="20" hasCustomPrompt="1"/>
          </p:nvPr>
        </p:nvSpPr>
        <p:spPr>
          <a:xfrm>
            <a:off x="7647134" y="5088513"/>
            <a:ext cx="2874698" cy="207072"/>
          </a:xfrm>
        </p:spPr>
        <p:txBody>
          <a:bodyPr/>
          <a:lstStyle>
            <a:lvl1pPr marL="0" indent="0">
              <a:buNone/>
              <a:defRPr>
                <a:solidFill>
                  <a:schemeClr val="tx1"/>
                </a:solidFill>
              </a:defRPr>
            </a:lvl1pPr>
          </a:lstStyle>
          <a:p>
            <a:pPr lvl="0"/>
            <a:r>
              <a:rPr lang="de-DE" dirty="0"/>
              <a:t>Max Mustermann</a:t>
            </a:r>
          </a:p>
        </p:txBody>
      </p:sp>
      <p:sp>
        <p:nvSpPr>
          <p:cNvPr id="20" name="Textplatzhalter 33">
            <a:extLst>
              <a:ext uri="{FF2B5EF4-FFF2-40B4-BE49-F238E27FC236}">
                <a16:creationId xmlns:a16="http://schemas.microsoft.com/office/drawing/2014/main" id="{182F4518-B7C4-13C4-D2D9-D7EEDEF10E10}"/>
              </a:ext>
            </a:extLst>
          </p:cNvPr>
          <p:cNvSpPr>
            <a:spLocks noGrp="1"/>
          </p:cNvSpPr>
          <p:nvPr>
            <p:ph type="body" sz="quarter" idx="21" hasCustomPrompt="1"/>
          </p:nvPr>
        </p:nvSpPr>
        <p:spPr>
          <a:xfrm>
            <a:off x="7647134" y="5381022"/>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21" name="Textplatzhalter 33">
            <a:extLst>
              <a:ext uri="{FF2B5EF4-FFF2-40B4-BE49-F238E27FC236}">
                <a16:creationId xmlns:a16="http://schemas.microsoft.com/office/drawing/2014/main" id="{7449C385-B79E-BB08-56C7-1087E89160D4}"/>
              </a:ext>
            </a:extLst>
          </p:cNvPr>
          <p:cNvSpPr>
            <a:spLocks noGrp="1"/>
          </p:cNvSpPr>
          <p:nvPr>
            <p:ph type="body" sz="quarter" idx="22" hasCustomPrompt="1"/>
          </p:nvPr>
        </p:nvSpPr>
        <p:spPr>
          <a:xfrm>
            <a:off x="7647134" y="5725426"/>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22" name="Textplatzhalter 33">
            <a:extLst>
              <a:ext uri="{FF2B5EF4-FFF2-40B4-BE49-F238E27FC236}">
                <a16:creationId xmlns:a16="http://schemas.microsoft.com/office/drawing/2014/main" id="{64E21B40-AD67-AF58-DC0F-D12B4211817B}"/>
              </a:ext>
            </a:extLst>
          </p:cNvPr>
          <p:cNvSpPr>
            <a:spLocks noGrp="1"/>
          </p:cNvSpPr>
          <p:nvPr>
            <p:ph type="body" sz="quarter" idx="23" hasCustomPrompt="1"/>
          </p:nvPr>
        </p:nvSpPr>
        <p:spPr>
          <a:xfrm>
            <a:off x="7647134" y="5945003"/>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23" name="Textplatzhalter 33">
            <a:extLst>
              <a:ext uri="{FF2B5EF4-FFF2-40B4-BE49-F238E27FC236}">
                <a16:creationId xmlns:a16="http://schemas.microsoft.com/office/drawing/2014/main" id="{B759A770-5C98-93F8-774C-CD04C5BF2C8B}"/>
              </a:ext>
            </a:extLst>
          </p:cNvPr>
          <p:cNvSpPr>
            <a:spLocks noGrp="1"/>
          </p:cNvSpPr>
          <p:nvPr>
            <p:ph type="body" sz="quarter" idx="24" hasCustomPrompt="1"/>
          </p:nvPr>
        </p:nvSpPr>
        <p:spPr>
          <a:xfrm>
            <a:off x="7669108" y="6185119"/>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2" name="Rechteck 1">
            <a:extLst>
              <a:ext uri="{FF2B5EF4-FFF2-40B4-BE49-F238E27FC236}">
                <a16:creationId xmlns:a16="http://schemas.microsoft.com/office/drawing/2014/main" id="{85039535-0212-89ED-81DE-44A9D7C00448}"/>
              </a:ext>
            </a:extLst>
          </p:cNvPr>
          <p:cNvSpPr/>
          <p:nvPr userDrawn="1"/>
        </p:nvSpPr>
        <p:spPr>
          <a:xfrm>
            <a:off x="1638346" y="1932353"/>
            <a:ext cx="8384146" cy="2281469"/>
          </a:xfrm>
          <a:prstGeom prst="rect">
            <a:avLst/>
          </a:prstGeom>
          <a:solidFill>
            <a:srgbClr val="283F64">
              <a:alpha val="7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25" name="Grafik 24">
            <a:extLst>
              <a:ext uri="{FF2B5EF4-FFF2-40B4-BE49-F238E27FC236}">
                <a16:creationId xmlns:a16="http://schemas.microsoft.com/office/drawing/2014/main" id="{9676C6D2-CDE0-7AB6-307A-CA3996FB22C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rot="10800000">
            <a:off x="1638346" y="1926851"/>
            <a:ext cx="8384146" cy="2402696"/>
          </a:xfrm>
          <a:prstGeom prst="rect">
            <a:avLst/>
          </a:prstGeom>
        </p:spPr>
      </p:pic>
      <p:sp>
        <p:nvSpPr>
          <p:cNvPr id="26" name="Textfeld 25">
            <a:extLst>
              <a:ext uri="{FF2B5EF4-FFF2-40B4-BE49-F238E27FC236}">
                <a16:creationId xmlns:a16="http://schemas.microsoft.com/office/drawing/2014/main" id="{B6B8E6AC-C44C-CCCD-FF53-B06B53EB3DA4}"/>
              </a:ext>
            </a:extLst>
          </p:cNvPr>
          <p:cNvSpPr txBox="1"/>
          <p:nvPr userDrawn="1"/>
        </p:nvSpPr>
        <p:spPr>
          <a:xfrm>
            <a:off x="1638346" y="2298348"/>
            <a:ext cx="8384145" cy="1200329"/>
          </a:xfrm>
          <a:prstGeom prst="rect">
            <a:avLst/>
          </a:prstGeom>
          <a:noFill/>
        </p:spPr>
        <p:txBody>
          <a:bodyPr wrap="square" rtlCol="0">
            <a:spAutoFit/>
          </a:bodyPr>
          <a:lstStyle/>
          <a:p>
            <a:pPr algn="ctr"/>
            <a:r>
              <a:rPr lang="de-DE" sz="3600" b="1" dirty="0">
                <a:solidFill>
                  <a:schemeClr val="bg1"/>
                </a:solidFill>
              </a:rPr>
              <a:t>VIELEN DANK FÜR IHRE</a:t>
            </a:r>
            <a:br>
              <a:rPr lang="de-DE" sz="3600" b="1" dirty="0">
                <a:solidFill>
                  <a:schemeClr val="bg1"/>
                </a:solidFill>
              </a:rPr>
            </a:br>
            <a:r>
              <a:rPr lang="de-DE" sz="3600" b="1" dirty="0">
                <a:solidFill>
                  <a:schemeClr val="bg1"/>
                </a:solidFill>
              </a:rPr>
              <a:t>AUFMERKSAMKEIT!</a:t>
            </a:r>
            <a:endParaRPr lang="de-DE" sz="3600" b="1" dirty="0"/>
          </a:p>
        </p:txBody>
      </p:sp>
      <p:sp>
        <p:nvSpPr>
          <p:cNvPr id="27" name="Textfeld 26">
            <a:extLst>
              <a:ext uri="{FF2B5EF4-FFF2-40B4-BE49-F238E27FC236}">
                <a16:creationId xmlns:a16="http://schemas.microsoft.com/office/drawing/2014/main" id="{0DCC1877-E9C7-528F-A444-69A27B3F066A}"/>
              </a:ext>
            </a:extLst>
          </p:cNvPr>
          <p:cNvSpPr txBox="1"/>
          <p:nvPr userDrawn="1"/>
        </p:nvSpPr>
        <p:spPr>
          <a:xfrm>
            <a:off x="1638347" y="3549666"/>
            <a:ext cx="8384144" cy="369332"/>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de-DE" sz="1800" dirty="0">
                <a:solidFill>
                  <a:schemeClr val="bg1"/>
                </a:solidFill>
                <a:hlinkClick r:id="rId5">
                  <a:extLst>
                    <a:ext uri="{A12FA001-AC4F-418D-AE19-62706E023703}">
                      <ahyp:hlinkClr xmlns:ahyp="http://schemas.microsoft.com/office/drawing/2018/hyperlinkcolor" val="tx"/>
                    </a:ext>
                  </a:extLst>
                </a:hlinkClick>
              </a:rPr>
              <a:t>www.smartmechatronics.de</a:t>
            </a:r>
            <a:endParaRPr lang="de-DE" sz="1800" dirty="0">
              <a:solidFill>
                <a:schemeClr val="bg1"/>
              </a:solidFill>
            </a:endParaRPr>
          </a:p>
        </p:txBody>
      </p:sp>
    </p:spTree>
    <p:extLst>
      <p:ext uri="{BB962C8B-B14F-4D97-AF65-F5344CB8AC3E}">
        <p14:creationId xmlns:p14="http://schemas.microsoft.com/office/powerpoint/2010/main" val="12126860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Abschluss">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15428" y="2847723"/>
            <a:ext cx="9088437" cy="3314517"/>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9" name="Textfeld 8">
            <a:extLst>
              <a:ext uri="{FF2B5EF4-FFF2-40B4-BE49-F238E27FC236}">
                <a16:creationId xmlns:a16="http://schemas.microsoft.com/office/drawing/2014/main" id="{FF9BB1AB-8432-A6AB-7449-92C05EED5046}"/>
              </a:ext>
            </a:extLst>
          </p:cNvPr>
          <p:cNvSpPr txBox="1"/>
          <p:nvPr userDrawn="1"/>
        </p:nvSpPr>
        <p:spPr>
          <a:xfrm>
            <a:off x="695400" y="3536176"/>
            <a:ext cx="8076997" cy="1569660"/>
          </a:xfrm>
          <a:prstGeom prst="rect">
            <a:avLst/>
          </a:prstGeom>
          <a:noFill/>
        </p:spPr>
        <p:txBody>
          <a:bodyPr wrap="square" rtlCol="0">
            <a:spAutoFit/>
          </a:bodyPr>
          <a:lstStyle/>
          <a:p>
            <a:r>
              <a:rPr lang="de-DE" sz="4800" b="1" dirty="0">
                <a:solidFill>
                  <a:schemeClr val="bg1"/>
                </a:solidFill>
              </a:rPr>
              <a:t>VIELEN DANK FÜR IHRE</a:t>
            </a:r>
            <a:br>
              <a:rPr lang="de-DE" sz="4800" b="1" dirty="0">
                <a:solidFill>
                  <a:schemeClr val="bg1"/>
                </a:solidFill>
              </a:rPr>
            </a:br>
            <a:r>
              <a:rPr lang="de-DE" sz="4800" b="1" dirty="0">
                <a:solidFill>
                  <a:schemeClr val="bg1"/>
                </a:solidFill>
              </a:rPr>
              <a:t>AUFMERKSAMKEIT!</a:t>
            </a:r>
            <a:endParaRPr lang="de-DE" sz="4800" b="1" dirty="0"/>
          </a:p>
        </p:txBody>
      </p:sp>
      <p:sp>
        <p:nvSpPr>
          <p:cNvPr id="12" name="Textfeld 11">
            <a:extLst>
              <a:ext uri="{FF2B5EF4-FFF2-40B4-BE49-F238E27FC236}">
                <a16:creationId xmlns:a16="http://schemas.microsoft.com/office/drawing/2014/main" id="{BC003A7F-AABD-43B0-50DD-91FEE6C911F1}"/>
              </a:ext>
            </a:extLst>
          </p:cNvPr>
          <p:cNvSpPr txBox="1"/>
          <p:nvPr userDrawn="1"/>
        </p:nvSpPr>
        <p:spPr>
          <a:xfrm>
            <a:off x="713479" y="5142676"/>
            <a:ext cx="5837025"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2000" dirty="0">
                <a:solidFill>
                  <a:schemeClr val="bg1"/>
                </a:solidFill>
                <a:hlinkClick r:id="rId4">
                  <a:extLst>
                    <a:ext uri="{A12FA001-AC4F-418D-AE19-62706E023703}">
                      <ahyp:hlinkClr xmlns:ahyp="http://schemas.microsoft.com/office/drawing/2018/hyperlinkcolor" val="tx"/>
                    </a:ext>
                  </a:extLst>
                </a:hlinkClick>
              </a:rPr>
              <a:t>www.smartmechatronics.de</a:t>
            </a:r>
            <a:endParaRPr lang="de-DE" sz="2000" dirty="0">
              <a:solidFill>
                <a:schemeClr val="bg1"/>
              </a:solidFill>
            </a:endParaRPr>
          </a:p>
        </p:txBody>
      </p:sp>
    </p:spTree>
    <p:extLst>
      <p:ext uri="{BB962C8B-B14F-4D97-AF65-F5344CB8AC3E}">
        <p14:creationId xmlns:p14="http://schemas.microsoft.com/office/powerpoint/2010/main" val="119440080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Rechteck 1"/>
          <p:cNvSpPr/>
          <p:nvPr/>
        </p:nvSpPr>
        <p:spPr bwMode="gray">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defPPr>
              <a:defRPr lang="de-DE"/>
            </a:defPPr>
            <a:lvl1pPr algn="l" rtl="0" fontAlgn="base">
              <a:spcBef>
                <a:spcPct val="0"/>
              </a:spcBef>
              <a:spcAft>
                <a:spcPct val="0"/>
              </a:spcAft>
              <a:defRPr sz="1200" kern="1200">
                <a:solidFill>
                  <a:schemeClr val="lt1"/>
                </a:solidFill>
                <a:latin typeface="+mn-lt"/>
                <a:ea typeface="+mn-ea"/>
                <a:cs typeface="+mn-cs"/>
              </a:defRPr>
            </a:lvl1pPr>
            <a:lvl2pPr marL="457200" algn="l" rtl="0" fontAlgn="base">
              <a:spcBef>
                <a:spcPct val="0"/>
              </a:spcBef>
              <a:spcAft>
                <a:spcPct val="0"/>
              </a:spcAft>
              <a:defRPr sz="1200" kern="1200">
                <a:solidFill>
                  <a:schemeClr val="lt1"/>
                </a:solidFill>
                <a:latin typeface="+mn-lt"/>
                <a:ea typeface="+mn-ea"/>
                <a:cs typeface="+mn-cs"/>
              </a:defRPr>
            </a:lvl2pPr>
            <a:lvl3pPr marL="914400" algn="l" rtl="0" fontAlgn="base">
              <a:spcBef>
                <a:spcPct val="0"/>
              </a:spcBef>
              <a:spcAft>
                <a:spcPct val="0"/>
              </a:spcAft>
              <a:defRPr sz="1200" kern="1200">
                <a:solidFill>
                  <a:schemeClr val="lt1"/>
                </a:solidFill>
                <a:latin typeface="+mn-lt"/>
                <a:ea typeface="+mn-ea"/>
                <a:cs typeface="+mn-cs"/>
              </a:defRPr>
            </a:lvl3pPr>
            <a:lvl4pPr marL="1371600" algn="l" rtl="0" fontAlgn="base">
              <a:spcBef>
                <a:spcPct val="0"/>
              </a:spcBef>
              <a:spcAft>
                <a:spcPct val="0"/>
              </a:spcAft>
              <a:defRPr sz="1200" kern="1200">
                <a:solidFill>
                  <a:schemeClr val="lt1"/>
                </a:solidFill>
                <a:latin typeface="+mn-lt"/>
                <a:ea typeface="+mn-ea"/>
                <a:cs typeface="+mn-cs"/>
              </a:defRPr>
            </a:lvl4pPr>
            <a:lvl5pPr marL="1828800" algn="l" rtl="0" fontAlgn="base">
              <a:spcBef>
                <a:spcPct val="0"/>
              </a:spcBef>
              <a:spcAft>
                <a:spcPct val="0"/>
              </a:spcAft>
              <a:defRPr sz="1200" kern="1200">
                <a:solidFill>
                  <a:schemeClr val="lt1"/>
                </a:solidFill>
                <a:latin typeface="+mn-lt"/>
                <a:ea typeface="+mn-ea"/>
                <a:cs typeface="+mn-cs"/>
              </a:defRPr>
            </a:lvl5pPr>
            <a:lvl6pPr marL="2286000" algn="l" defTabSz="914400" rtl="0" eaLnBrk="1" latinLnBrk="0" hangingPunct="1">
              <a:defRPr sz="1200" kern="1200">
                <a:solidFill>
                  <a:schemeClr val="lt1"/>
                </a:solidFill>
                <a:latin typeface="+mn-lt"/>
                <a:ea typeface="+mn-ea"/>
                <a:cs typeface="+mn-cs"/>
              </a:defRPr>
            </a:lvl6pPr>
            <a:lvl7pPr marL="2743200" algn="l" defTabSz="914400" rtl="0" eaLnBrk="1" latinLnBrk="0" hangingPunct="1">
              <a:defRPr sz="1200" kern="1200">
                <a:solidFill>
                  <a:schemeClr val="lt1"/>
                </a:solidFill>
                <a:latin typeface="+mn-lt"/>
                <a:ea typeface="+mn-ea"/>
                <a:cs typeface="+mn-cs"/>
              </a:defRPr>
            </a:lvl7pPr>
            <a:lvl8pPr marL="3200400" algn="l" defTabSz="914400" rtl="0" eaLnBrk="1" latinLnBrk="0" hangingPunct="1">
              <a:defRPr sz="1200" kern="1200">
                <a:solidFill>
                  <a:schemeClr val="lt1"/>
                </a:solidFill>
                <a:latin typeface="+mn-lt"/>
                <a:ea typeface="+mn-ea"/>
                <a:cs typeface="+mn-cs"/>
              </a:defRPr>
            </a:lvl8pPr>
            <a:lvl9pPr marL="3657600" algn="l" defTabSz="914400" rtl="0" eaLnBrk="1" latinLnBrk="0" hangingPunct="1">
              <a:defRPr sz="1200" kern="1200">
                <a:solidFill>
                  <a:schemeClr val="lt1"/>
                </a:solidFill>
                <a:latin typeface="+mn-lt"/>
                <a:ea typeface="+mn-ea"/>
                <a:cs typeface="+mn-cs"/>
              </a:defRPr>
            </a:lvl9pPr>
          </a:lstStyle>
          <a:p>
            <a:pPr algn="ctr">
              <a:spcBef>
                <a:spcPts val="300"/>
              </a:spcBef>
              <a:spcAft>
                <a:spcPts val="100"/>
              </a:spcAft>
            </a:pPr>
            <a:endParaRPr lang="de-DE" sz="1800" dirty="0">
              <a:solidFill>
                <a:schemeClr val="tx1"/>
              </a:solidFill>
            </a:endParaRPr>
          </a:p>
        </p:txBody>
      </p:sp>
      <p:sp>
        <p:nvSpPr>
          <p:cNvPr id="4" name="Rechteck 3">
            <a:extLst>
              <a:ext uri="{FF2B5EF4-FFF2-40B4-BE49-F238E27FC236}">
                <a16:creationId xmlns:a16="http://schemas.microsoft.com/office/drawing/2014/main" id="{2F272BD7-C9A4-246A-E00B-72674F39C1F9}"/>
              </a:ext>
            </a:extLst>
          </p:cNvPr>
          <p:cNvSpPr/>
          <p:nvPr userDrawn="1"/>
        </p:nvSpPr>
        <p:spPr>
          <a:xfrm>
            <a:off x="0" y="0"/>
            <a:ext cx="12192000" cy="6858000"/>
          </a:xfrm>
          <a:prstGeom prst="rect">
            <a:avLst/>
          </a:prstGeom>
          <a:solidFill>
            <a:srgbClr val="283F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469156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7A8F9CC8-82EC-1924-9376-9BE7DAB186C3}"/>
              </a:ext>
            </a:extLst>
          </p:cNvPr>
          <p:cNvSpPr/>
          <p:nvPr userDrawn="1"/>
        </p:nvSpPr>
        <p:spPr>
          <a:xfrm>
            <a:off x="0" y="0"/>
            <a:ext cx="12192000" cy="6858000"/>
          </a:xfrm>
          <a:prstGeom prst="rect">
            <a:avLst/>
          </a:prstGeom>
          <a:solidFill>
            <a:srgbClr val="283F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Grafiken, Grafikdesign enthält.&#10;&#10;KI-generierte Inhalte können fehlerhaft sein.">
            <a:extLst>
              <a:ext uri="{FF2B5EF4-FFF2-40B4-BE49-F238E27FC236}">
                <a16:creationId xmlns:a16="http://schemas.microsoft.com/office/drawing/2014/main" id="{B4CE3DA6-2676-F5EB-01DB-8C36559FFF11}"/>
              </a:ext>
            </a:extLst>
          </p:cNvPr>
          <p:cNvPicPr>
            <a:picLocks noChangeAspect="1"/>
          </p:cNvPicPr>
          <p:nvPr userDrawn="1"/>
        </p:nvPicPr>
        <p:blipFill>
          <a:blip r:embed="rId28"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13" name="Rectangle 130"/>
          <p:cNvSpPr>
            <a:spLocks noChangeArrowheads="1"/>
          </p:cNvSpPr>
          <p:nvPr/>
        </p:nvSpPr>
        <p:spPr bwMode="gray">
          <a:xfrm>
            <a:off x="10021278" y="6586538"/>
            <a:ext cx="1045307" cy="215900"/>
          </a:xfrm>
          <a:prstGeom prst="rect">
            <a:avLst/>
          </a:prstGeom>
          <a:noFill/>
          <a:ln>
            <a:noFill/>
          </a:ln>
          <a:effectLst/>
        </p:spPr>
        <p:txBody>
          <a:bodyPr lIns="0" tIns="0" rIns="0" bIns="0" anchor="ctr"/>
          <a:lstStyle/>
          <a:p>
            <a:pPr algn="r" fontAlgn="auto">
              <a:defRPr/>
            </a:pPr>
            <a:r>
              <a:rPr lang="de-DE" sz="985" dirty="0">
                <a:solidFill>
                  <a:schemeClr val="tx2"/>
                </a:solidFill>
                <a:latin typeface="+mn-lt"/>
                <a:cs typeface="+mn-cs"/>
              </a:rPr>
              <a:t> </a:t>
            </a:r>
            <a:endParaRPr lang="de-DE" sz="2215" dirty="0">
              <a:solidFill>
                <a:schemeClr val="tx2"/>
              </a:solidFill>
              <a:latin typeface="+mn-lt"/>
              <a:cs typeface="+mn-cs"/>
            </a:endParaRPr>
          </a:p>
        </p:txBody>
      </p:sp>
      <p:sp>
        <p:nvSpPr>
          <p:cNvPr id="15" name="Rectangle 130"/>
          <p:cNvSpPr>
            <a:spLocks noChangeArrowheads="1"/>
          </p:cNvSpPr>
          <p:nvPr/>
        </p:nvSpPr>
        <p:spPr bwMode="gray">
          <a:xfrm>
            <a:off x="9650107" y="6586538"/>
            <a:ext cx="1577058" cy="215900"/>
          </a:xfrm>
          <a:prstGeom prst="rect">
            <a:avLst/>
          </a:prstGeom>
          <a:noFill/>
          <a:ln>
            <a:noFill/>
          </a:ln>
          <a:effectLst/>
        </p:spPr>
        <p:txBody>
          <a:bodyPr lIns="0" tIns="0" rIns="0" bIns="0" anchor="ctr"/>
          <a:lstStyle/>
          <a:p>
            <a:pPr algn="r" fontAlgn="auto">
              <a:defRPr/>
            </a:pPr>
            <a:r>
              <a:rPr lang="de-DE" sz="700" dirty="0">
                <a:solidFill>
                  <a:schemeClr val="accent2"/>
                </a:solidFill>
                <a:latin typeface="+mn-lt"/>
                <a:cs typeface="+mn-cs"/>
              </a:rPr>
              <a:t> © Smart Mechatronics</a:t>
            </a:r>
            <a:endParaRPr lang="de-DE" sz="1600" dirty="0">
              <a:solidFill>
                <a:schemeClr val="accent2"/>
              </a:solidFill>
              <a:latin typeface="+mn-lt"/>
              <a:cs typeface="+mn-cs"/>
            </a:endParaRPr>
          </a:p>
        </p:txBody>
      </p:sp>
      <p:sp>
        <p:nvSpPr>
          <p:cNvPr id="14" name="Textplatzhalter 4"/>
          <p:cNvSpPr>
            <a:spLocks noGrp="1"/>
          </p:cNvSpPr>
          <p:nvPr>
            <p:ph type="body" idx="1"/>
          </p:nvPr>
        </p:nvSpPr>
        <p:spPr>
          <a:xfrm>
            <a:off x="360362" y="883065"/>
            <a:ext cx="11469239" cy="5614935"/>
          </a:xfrm>
          <a:prstGeom prst="rect">
            <a:avLst/>
          </a:prstGeom>
        </p:spPr>
        <p:txBody>
          <a:bodyPr vert="horz" lIns="0" tIns="0" rIns="0" bIns="0"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6" name="Titelplatzhalter 6"/>
          <p:cNvSpPr>
            <a:spLocks noGrp="1"/>
          </p:cNvSpPr>
          <p:nvPr>
            <p:ph type="title"/>
          </p:nvPr>
        </p:nvSpPr>
        <p:spPr>
          <a:xfrm>
            <a:off x="360000" y="257175"/>
            <a:ext cx="9127667" cy="428625"/>
          </a:xfrm>
          <a:prstGeom prst="rect">
            <a:avLst/>
          </a:prstGeom>
        </p:spPr>
        <p:txBody>
          <a:bodyPr vert="horz" lIns="0" tIns="72000" rIns="0" bIns="0" rtlCol="0" anchor="b">
            <a:noAutofit/>
          </a:bodyPr>
          <a:lstStyle/>
          <a:p>
            <a:r>
              <a:rPr lang="de-DE" dirty="0"/>
              <a:t>Titelmasterformat durch Klicken bearbeiten</a:t>
            </a:r>
          </a:p>
        </p:txBody>
      </p:sp>
      <p:sp>
        <p:nvSpPr>
          <p:cNvPr id="11" name="Fußzeilenplatzhalter 1"/>
          <p:cNvSpPr>
            <a:spLocks noGrp="1"/>
          </p:cNvSpPr>
          <p:nvPr>
            <p:ph type="ftr" sz="quarter" idx="3"/>
          </p:nvPr>
        </p:nvSpPr>
        <p:spPr>
          <a:xfrm>
            <a:off x="881309" y="6586539"/>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2"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148A0647-3573-420B-885F-9503749F33FD}" type="datetime1">
              <a:rPr lang="de-DE" smtClean="0"/>
              <a:t>21.08.2026</a:t>
            </a:fld>
            <a:endParaRPr lang="de-DE" dirty="0"/>
          </a:p>
        </p:txBody>
      </p:sp>
    </p:spTree>
    <p:extLst>
      <p:ext uri="{BB962C8B-B14F-4D97-AF65-F5344CB8AC3E}">
        <p14:creationId xmlns:p14="http://schemas.microsoft.com/office/powerpoint/2010/main" val="2103611521"/>
      </p:ext>
    </p:extLst>
  </p:cSld>
  <p:clrMap bg1="lt1" tx1="dk1" bg2="lt2" tx2="dk2" accent1="accent1" accent2="accent2" accent3="accent3" accent4="accent4" accent5="accent5" accent6="accent6" hlink="hlink" folHlink="folHlink"/>
  <p:sldLayoutIdLst>
    <p:sldLayoutId id="2147483830" r:id="rId1"/>
    <p:sldLayoutId id="2147483846" r:id="rId2"/>
    <p:sldLayoutId id="2147483847" r:id="rId3"/>
    <p:sldLayoutId id="2147483848" r:id="rId4"/>
    <p:sldLayoutId id="2147483850" r:id="rId5"/>
    <p:sldLayoutId id="2147483831" r:id="rId6"/>
    <p:sldLayoutId id="2147483832" r:id="rId7"/>
    <p:sldLayoutId id="2147483833" r:id="rId8"/>
    <p:sldLayoutId id="2147483834" r:id="rId9"/>
    <p:sldLayoutId id="2147483835" r:id="rId10"/>
    <p:sldLayoutId id="2147483836" r:id="rId11"/>
    <p:sldLayoutId id="2147483837" r:id="rId12"/>
    <p:sldLayoutId id="2147483838" r:id="rId13"/>
    <p:sldLayoutId id="2147483839" r:id="rId14"/>
    <p:sldLayoutId id="2147483840" r:id="rId15"/>
    <p:sldLayoutId id="2147483841" r:id="rId16"/>
    <p:sldLayoutId id="2147483842" r:id="rId17"/>
    <p:sldLayoutId id="2147483843" r:id="rId18"/>
    <p:sldLayoutId id="2147483844" r:id="rId19"/>
    <p:sldLayoutId id="2147483856" r:id="rId20"/>
    <p:sldLayoutId id="2147483855" r:id="rId21"/>
    <p:sldLayoutId id="2147483851" r:id="rId22"/>
    <p:sldLayoutId id="2147483853" r:id="rId23"/>
    <p:sldLayoutId id="2147483852" r:id="rId24"/>
    <p:sldLayoutId id="2147483849" r:id="rId25"/>
    <p:sldLayoutId id="2147483845" r:id="rId26"/>
  </p:sldLayoutIdLst>
  <p:hf hdr="0"/>
  <p:txStyles>
    <p:titleStyle>
      <a:lvl1pPr algn="l" rtl="0" eaLnBrk="1" fontAlgn="base" hangingPunct="1">
        <a:lnSpc>
          <a:spcPct val="80000"/>
        </a:lnSpc>
        <a:spcBef>
          <a:spcPct val="0"/>
        </a:spcBef>
        <a:spcAft>
          <a:spcPct val="0"/>
        </a:spcAft>
        <a:defRPr sz="2400" b="1" kern="1200">
          <a:solidFill>
            <a:schemeClr val="bg1"/>
          </a:solidFill>
          <a:latin typeface="+mj-lt"/>
          <a:ea typeface="+mj-ea"/>
          <a:cs typeface="+mj-cs"/>
        </a:defRPr>
      </a:lvl1pPr>
      <a:lvl2pPr algn="l" rtl="0" eaLnBrk="1" fontAlgn="base" hangingPunct="1">
        <a:lnSpc>
          <a:spcPct val="80000"/>
        </a:lnSpc>
        <a:spcBef>
          <a:spcPct val="0"/>
        </a:spcBef>
        <a:spcAft>
          <a:spcPct val="0"/>
        </a:spcAft>
        <a:defRPr sz="2708" b="1">
          <a:solidFill>
            <a:schemeClr val="tx2"/>
          </a:solidFill>
          <a:latin typeface="Arial" charset="0"/>
          <a:cs typeface="Arial" charset="0"/>
        </a:defRPr>
      </a:lvl2pPr>
      <a:lvl3pPr algn="l" rtl="0" eaLnBrk="1" fontAlgn="base" hangingPunct="1">
        <a:lnSpc>
          <a:spcPct val="80000"/>
        </a:lnSpc>
        <a:spcBef>
          <a:spcPct val="0"/>
        </a:spcBef>
        <a:spcAft>
          <a:spcPct val="0"/>
        </a:spcAft>
        <a:defRPr sz="2708" b="1">
          <a:solidFill>
            <a:schemeClr val="tx2"/>
          </a:solidFill>
          <a:latin typeface="Arial" charset="0"/>
          <a:cs typeface="Arial" charset="0"/>
        </a:defRPr>
      </a:lvl3pPr>
      <a:lvl4pPr algn="l" rtl="0" eaLnBrk="1" fontAlgn="base" hangingPunct="1">
        <a:lnSpc>
          <a:spcPct val="80000"/>
        </a:lnSpc>
        <a:spcBef>
          <a:spcPct val="0"/>
        </a:spcBef>
        <a:spcAft>
          <a:spcPct val="0"/>
        </a:spcAft>
        <a:defRPr sz="2708" b="1">
          <a:solidFill>
            <a:schemeClr val="tx2"/>
          </a:solidFill>
          <a:latin typeface="Arial" charset="0"/>
          <a:cs typeface="Arial" charset="0"/>
        </a:defRPr>
      </a:lvl4pPr>
      <a:lvl5pPr algn="l" rtl="0" eaLnBrk="1" fontAlgn="base" hangingPunct="1">
        <a:lnSpc>
          <a:spcPct val="80000"/>
        </a:lnSpc>
        <a:spcBef>
          <a:spcPct val="0"/>
        </a:spcBef>
        <a:spcAft>
          <a:spcPct val="0"/>
        </a:spcAft>
        <a:defRPr sz="2708" b="1">
          <a:solidFill>
            <a:schemeClr val="tx2"/>
          </a:solidFill>
          <a:latin typeface="Arial" charset="0"/>
          <a:cs typeface="Arial" charset="0"/>
        </a:defRPr>
      </a:lvl5pPr>
      <a:lvl6pPr marL="562722" algn="l" rtl="0" eaLnBrk="1" fontAlgn="base" hangingPunct="1">
        <a:lnSpc>
          <a:spcPct val="80000"/>
        </a:lnSpc>
        <a:spcBef>
          <a:spcPct val="0"/>
        </a:spcBef>
        <a:spcAft>
          <a:spcPct val="0"/>
        </a:spcAft>
        <a:defRPr sz="2708" b="1">
          <a:solidFill>
            <a:schemeClr val="tx2"/>
          </a:solidFill>
          <a:latin typeface="Arial" charset="0"/>
          <a:cs typeface="Arial" charset="0"/>
        </a:defRPr>
      </a:lvl6pPr>
      <a:lvl7pPr marL="1125444" algn="l" rtl="0" eaLnBrk="1" fontAlgn="base" hangingPunct="1">
        <a:lnSpc>
          <a:spcPct val="80000"/>
        </a:lnSpc>
        <a:spcBef>
          <a:spcPct val="0"/>
        </a:spcBef>
        <a:spcAft>
          <a:spcPct val="0"/>
        </a:spcAft>
        <a:defRPr sz="2708" b="1">
          <a:solidFill>
            <a:schemeClr val="tx2"/>
          </a:solidFill>
          <a:latin typeface="Arial" charset="0"/>
          <a:cs typeface="Arial" charset="0"/>
        </a:defRPr>
      </a:lvl7pPr>
      <a:lvl8pPr marL="1688165" algn="l" rtl="0" eaLnBrk="1" fontAlgn="base" hangingPunct="1">
        <a:lnSpc>
          <a:spcPct val="80000"/>
        </a:lnSpc>
        <a:spcBef>
          <a:spcPct val="0"/>
        </a:spcBef>
        <a:spcAft>
          <a:spcPct val="0"/>
        </a:spcAft>
        <a:defRPr sz="2708" b="1">
          <a:solidFill>
            <a:schemeClr val="tx2"/>
          </a:solidFill>
          <a:latin typeface="Arial" charset="0"/>
          <a:cs typeface="Arial" charset="0"/>
        </a:defRPr>
      </a:lvl8pPr>
      <a:lvl9pPr marL="2250887" algn="l" rtl="0" eaLnBrk="1" fontAlgn="base" hangingPunct="1">
        <a:lnSpc>
          <a:spcPct val="80000"/>
        </a:lnSpc>
        <a:spcBef>
          <a:spcPct val="0"/>
        </a:spcBef>
        <a:spcAft>
          <a:spcPct val="0"/>
        </a:spcAft>
        <a:defRPr sz="2708" b="1">
          <a:solidFill>
            <a:schemeClr val="tx2"/>
          </a:solidFill>
          <a:latin typeface="Arial" charset="0"/>
          <a:cs typeface="Arial" charset="0"/>
        </a:defRPr>
      </a:lvl9pPr>
    </p:titleStyle>
    <p:bodyStyle>
      <a:lvl1pPr marL="358775" indent="-358775" algn="l" rtl="0" eaLnBrk="1" fontAlgn="base" hangingPunct="1">
        <a:lnSpc>
          <a:spcPct val="100000"/>
        </a:lnSpc>
        <a:spcBef>
          <a:spcPts val="600"/>
        </a:spcBef>
        <a:spcAft>
          <a:spcPts val="200"/>
        </a:spcAft>
        <a:buClr>
          <a:schemeClr val="bg1"/>
        </a:buClr>
        <a:buFont typeface="Arial" panose="020B0604020202020204" pitchFamily="34" charset="0"/>
        <a:buChar char="•"/>
        <a:defRPr b="1" u="none" kern="1200">
          <a:solidFill>
            <a:schemeClr val="bg1"/>
          </a:solidFill>
          <a:latin typeface="+mn-lt"/>
          <a:ea typeface="+mn-ea"/>
          <a:cs typeface="+mn-cs"/>
        </a:defRPr>
      </a:lvl1pPr>
      <a:lvl2pPr marL="715963" indent="-357188" algn="l" rtl="0" eaLnBrk="1" fontAlgn="base" hangingPunct="1">
        <a:lnSpc>
          <a:spcPct val="100000"/>
        </a:lnSpc>
        <a:spcBef>
          <a:spcPts val="600"/>
        </a:spcBef>
        <a:spcAft>
          <a:spcPts val="200"/>
        </a:spcAft>
        <a:buClr>
          <a:schemeClr val="bg1"/>
        </a:buClr>
        <a:buFont typeface="Arial" panose="020B0604020202020204" pitchFamily="34" charset="0"/>
        <a:buChar char="•"/>
        <a:defRPr u="none" kern="1200">
          <a:solidFill>
            <a:schemeClr val="bg1"/>
          </a:solidFill>
          <a:latin typeface="+mn-lt"/>
          <a:ea typeface="+mn-ea"/>
          <a:cs typeface="+mn-cs"/>
        </a:defRPr>
      </a:lvl2pPr>
      <a:lvl3pPr marL="1074738" indent="-358775" algn="l" rtl="0" eaLnBrk="1" fontAlgn="base" hangingPunct="1">
        <a:lnSpc>
          <a:spcPct val="100000"/>
        </a:lnSpc>
        <a:spcBef>
          <a:spcPts val="600"/>
        </a:spcBef>
        <a:spcAft>
          <a:spcPts val="200"/>
        </a:spcAft>
        <a:buClr>
          <a:schemeClr val="bg1"/>
        </a:buClr>
        <a:buFont typeface="Arial" panose="020B0604020202020204" pitchFamily="34" charset="0"/>
        <a:buChar char="•"/>
        <a:tabLst>
          <a:tab pos="1522413" algn="l"/>
        </a:tabLst>
        <a:defRPr sz="1600" u="none" kern="1200">
          <a:solidFill>
            <a:schemeClr val="bg1"/>
          </a:solidFill>
          <a:latin typeface="+mn-lt"/>
          <a:ea typeface="+mn-ea"/>
          <a:cs typeface="+mn-cs"/>
        </a:defRPr>
      </a:lvl3pPr>
      <a:lvl4pPr marL="1431925" indent="-357188" algn="l" rtl="0" eaLnBrk="1" fontAlgn="base" hangingPunct="1">
        <a:lnSpc>
          <a:spcPct val="100000"/>
        </a:lnSpc>
        <a:spcBef>
          <a:spcPts val="600"/>
        </a:spcBef>
        <a:spcAft>
          <a:spcPts val="200"/>
        </a:spcAft>
        <a:buClr>
          <a:schemeClr val="bg1"/>
        </a:buClr>
        <a:buFont typeface="Arial" panose="020B0604020202020204" pitchFamily="34" charset="0"/>
        <a:buChar char="•"/>
        <a:defRPr sz="1400" u="none" kern="1200">
          <a:solidFill>
            <a:schemeClr val="bg1"/>
          </a:solidFill>
          <a:latin typeface="+mn-lt"/>
          <a:ea typeface="+mn-ea"/>
          <a:cs typeface="+mn-cs"/>
        </a:defRPr>
      </a:lvl4pPr>
      <a:lvl5pPr marL="1790700" indent="-358775" algn="l" rtl="0" eaLnBrk="1" fontAlgn="base" hangingPunct="1">
        <a:lnSpc>
          <a:spcPct val="100000"/>
        </a:lnSpc>
        <a:spcBef>
          <a:spcPts val="600"/>
        </a:spcBef>
        <a:spcAft>
          <a:spcPts val="200"/>
        </a:spcAft>
        <a:buClr>
          <a:schemeClr val="bg1"/>
        </a:buClr>
        <a:buFont typeface="Arial" panose="020B0604020202020204" pitchFamily="34" charset="0"/>
        <a:buChar char="•"/>
        <a:defRPr sz="1200" u="none" kern="1200">
          <a:solidFill>
            <a:schemeClr val="bg1"/>
          </a:solidFill>
          <a:latin typeface="+mn-lt"/>
          <a:ea typeface="+mn-ea"/>
          <a:cs typeface="+mn-cs"/>
        </a:defRPr>
      </a:lvl5pPr>
      <a:lvl6pPr marL="3094970" indent="-281361" algn="l" defTabSz="1125444" rtl="0" eaLnBrk="1" latinLnBrk="0" hangingPunct="1">
        <a:lnSpc>
          <a:spcPct val="110000"/>
        </a:lnSpc>
        <a:spcBef>
          <a:spcPts val="862"/>
        </a:spcBef>
        <a:buClr>
          <a:schemeClr val="tx2"/>
        </a:buClr>
        <a:buFont typeface="Arial" pitchFamily="34" charset="0"/>
        <a:buChar char="•"/>
        <a:defRPr sz="1477" kern="1200">
          <a:solidFill>
            <a:schemeClr val="tx1"/>
          </a:solidFill>
          <a:latin typeface="+mn-lt"/>
          <a:ea typeface="+mn-ea"/>
          <a:cs typeface="+mn-cs"/>
        </a:defRPr>
      </a:lvl6pPr>
      <a:lvl7pPr marL="3657691" indent="-281361" algn="l" defTabSz="1125444" rtl="0" eaLnBrk="1" latinLnBrk="0" hangingPunct="1">
        <a:spcBef>
          <a:spcPct val="20000"/>
        </a:spcBef>
        <a:buClr>
          <a:schemeClr val="accent1"/>
        </a:buClr>
        <a:buFont typeface="Arial" pitchFamily="34" charset="0"/>
        <a:buChar char="•"/>
        <a:defRPr sz="1477" kern="1200">
          <a:solidFill>
            <a:schemeClr val="tx1"/>
          </a:solidFill>
          <a:latin typeface="+mn-lt"/>
          <a:ea typeface="+mn-ea"/>
          <a:cs typeface="+mn-cs"/>
        </a:defRPr>
      </a:lvl7pPr>
      <a:lvl8pPr marL="4220413" indent="-281361" algn="l" defTabSz="1125444" rtl="0" eaLnBrk="1" latinLnBrk="0" hangingPunct="1">
        <a:spcBef>
          <a:spcPct val="20000"/>
        </a:spcBef>
        <a:buClr>
          <a:schemeClr val="accent1"/>
        </a:buClr>
        <a:buFont typeface="Arial" pitchFamily="34" charset="0"/>
        <a:buChar char="•"/>
        <a:defRPr sz="1477" kern="1200">
          <a:solidFill>
            <a:schemeClr val="tx1"/>
          </a:solidFill>
          <a:latin typeface="+mn-lt"/>
          <a:ea typeface="+mn-ea"/>
          <a:cs typeface="+mn-cs"/>
        </a:defRPr>
      </a:lvl8pPr>
      <a:lvl9pPr marL="4783135" indent="-281361" algn="l" defTabSz="1125444" rtl="0" eaLnBrk="1" latinLnBrk="0" hangingPunct="1">
        <a:spcBef>
          <a:spcPct val="20000"/>
        </a:spcBef>
        <a:buClr>
          <a:schemeClr val="accent1"/>
        </a:buClr>
        <a:buFont typeface="Arial" pitchFamily="34" charset="0"/>
        <a:buChar char="•"/>
        <a:defRPr sz="1477" kern="1200">
          <a:solidFill>
            <a:schemeClr val="tx1"/>
          </a:solidFill>
          <a:latin typeface="+mn-lt"/>
          <a:ea typeface="+mn-ea"/>
          <a:cs typeface="+mn-cs"/>
        </a:defRPr>
      </a:lvl9pPr>
    </p:bodyStyle>
    <p:otherStyle>
      <a:defPPr>
        <a:defRPr lang="de-DE"/>
      </a:defPPr>
      <a:lvl1pPr marL="0" algn="l" defTabSz="1125444" rtl="0" eaLnBrk="1" latinLnBrk="0" hangingPunct="1">
        <a:defRPr sz="2215" kern="1200">
          <a:solidFill>
            <a:schemeClr val="tx1"/>
          </a:solidFill>
          <a:latin typeface="+mn-lt"/>
          <a:ea typeface="+mn-ea"/>
          <a:cs typeface="+mn-cs"/>
        </a:defRPr>
      </a:lvl1pPr>
      <a:lvl2pPr marL="562722" algn="l" defTabSz="1125444" rtl="0" eaLnBrk="1" latinLnBrk="0" hangingPunct="1">
        <a:defRPr sz="2215" kern="1200">
          <a:solidFill>
            <a:schemeClr val="tx1"/>
          </a:solidFill>
          <a:latin typeface="+mn-lt"/>
          <a:ea typeface="+mn-ea"/>
          <a:cs typeface="+mn-cs"/>
        </a:defRPr>
      </a:lvl2pPr>
      <a:lvl3pPr marL="1125444" algn="l" defTabSz="1125444" rtl="0" eaLnBrk="1" latinLnBrk="0" hangingPunct="1">
        <a:defRPr sz="2215" kern="1200">
          <a:solidFill>
            <a:schemeClr val="tx1"/>
          </a:solidFill>
          <a:latin typeface="+mn-lt"/>
          <a:ea typeface="+mn-ea"/>
          <a:cs typeface="+mn-cs"/>
        </a:defRPr>
      </a:lvl3pPr>
      <a:lvl4pPr marL="1688165" algn="l" defTabSz="1125444" rtl="0" eaLnBrk="1" latinLnBrk="0" hangingPunct="1">
        <a:defRPr sz="2215" kern="1200">
          <a:solidFill>
            <a:schemeClr val="tx1"/>
          </a:solidFill>
          <a:latin typeface="+mn-lt"/>
          <a:ea typeface="+mn-ea"/>
          <a:cs typeface="+mn-cs"/>
        </a:defRPr>
      </a:lvl4pPr>
      <a:lvl5pPr marL="2250887" algn="l" defTabSz="1125444" rtl="0" eaLnBrk="1" latinLnBrk="0" hangingPunct="1">
        <a:defRPr sz="2215" kern="1200">
          <a:solidFill>
            <a:schemeClr val="tx1"/>
          </a:solidFill>
          <a:latin typeface="+mn-lt"/>
          <a:ea typeface="+mn-ea"/>
          <a:cs typeface="+mn-cs"/>
        </a:defRPr>
      </a:lvl5pPr>
      <a:lvl6pPr marL="2813609" algn="l" defTabSz="1125444" rtl="0" eaLnBrk="1" latinLnBrk="0" hangingPunct="1">
        <a:defRPr sz="2215" kern="1200">
          <a:solidFill>
            <a:schemeClr val="tx1"/>
          </a:solidFill>
          <a:latin typeface="+mn-lt"/>
          <a:ea typeface="+mn-ea"/>
          <a:cs typeface="+mn-cs"/>
        </a:defRPr>
      </a:lvl6pPr>
      <a:lvl7pPr marL="3376331" algn="l" defTabSz="1125444" rtl="0" eaLnBrk="1" latinLnBrk="0" hangingPunct="1">
        <a:defRPr sz="2215" kern="1200">
          <a:solidFill>
            <a:schemeClr val="tx1"/>
          </a:solidFill>
          <a:latin typeface="+mn-lt"/>
          <a:ea typeface="+mn-ea"/>
          <a:cs typeface="+mn-cs"/>
        </a:defRPr>
      </a:lvl7pPr>
      <a:lvl8pPr marL="3939052" algn="l" defTabSz="1125444" rtl="0" eaLnBrk="1" latinLnBrk="0" hangingPunct="1">
        <a:defRPr sz="2215" kern="1200">
          <a:solidFill>
            <a:schemeClr val="tx1"/>
          </a:solidFill>
          <a:latin typeface="+mn-lt"/>
          <a:ea typeface="+mn-ea"/>
          <a:cs typeface="+mn-cs"/>
        </a:defRPr>
      </a:lvl8pPr>
      <a:lvl9pPr marL="4501774" algn="l" defTabSz="1125444" rtl="0" eaLnBrk="1" latinLnBrk="0" hangingPunct="1">
        <a:defRPr sz="2215"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3">
          <p15:clr>
            <a:srgbClr val="F26B43"/>
          </p15:clr>
        </p15:guide>
        <p15:guide id="2" pos="224">
          <p15:clr>
            <a:srgbClr val="F26B43"/>
          </p15:clr>
        </p15:guide>
        <p15:guide id="3" pos="7457">
          <p15:clr>
            <a:srgbClr val="F26B43"/>
          </p15:clr>
        </p15:guide>
        <p15:guide id="4" orient="horz" pos="436">
          <p15:clr>
            <a:srgbClr val="F26B43"/>
          </p15:clr>
        </p15:guide>
        <p15:guide id="5" orient="horz" pos="4090">
          <p15:clr>
            <a:srgbClr val="F26B43"/>
          </p15:clr>
        </p15:guide>
        <p15:guide id="6" orient="horz" pos="54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5C58EF0-1F99-C53E-2888-EA49300AADE2}"/>
              </a:ext>
            </a:extLst>
          </p:cNvPr>
          <p:cNvSpPr>
            <a:spLocks noGrp="1"/>
          </p:cNvSpPr>
          <p:nvPr>
            <p:ph type="ctrTitle"/>
          </p:nvPr>
        </p:nvSpPr>
        <p:spPr/>
        <p:txBody>
          <a:bodyPr/>
          <a:lstStyle/>
          <a:p>
            <a:r>
              <a:rPr lang="de-DE" dirty="0"/>
              <a:t>Softwarearchäologie live</a:t>
            </a:r>
          </a:p>
        </p:txBody>
      </p:sp>
      <p:sp>
        <p:nvSpPr>
          <p:cNvPr id="3" name="Untertitel 2">
            <a:extLst>
              <a:ext uri="{FF2B5EF4-FFF2-40B4-BE49-F238E27FC236}">
                <a16:creationId xmlns:a16="http://schemas.microsoft.com/office/drawing/2014/main" id="{567F88A8-0E66-3E2A-54F2-47284DC963F8}"/>
              </a:ext>
            </a:extLst>
          </p:cNvPr>
          <p:cNvSpPr>
            <a:spLocks noGrp="1"/>
          </p:cNvSpPr>
          <p:nvPr>
            <p:ph type="subTitle" idx="1"/>
          </p:nvPr>
        </p:nvSpPr>
        <p:spPr/>
        <p:txBody>
          <a:bodyPr/>
          <a:lstStyle/>
          <a:p>
            <a:r>
              <a:rPr lang="de-DE" dirty="0"/>
              <a:t>Ich hatte da mal was gebastelt</a:t>
            </a:r>
          </a:p>
        </p:txBody>
      </p:sp>
    </p:spTree>
    <p:extLst>
      <p:ext uri="{BB962C8B-B14F-4D97-AF65-F5344CB8AC3E}">
        <p14:creationId xmlns:p14="http://schemas.microsoft.com/office/powerpoint/2010/main" val="17589209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FFD967-B679-3542-0DF1-D3A93F9FB26B}"/>
              </a:ext>
            </a:extLst>
          </p:cNvPr>
          <p:cNvSpPr>
            <a:spLocks noGrp="1"/>
          </p:cNvSpPr>
          <p:nvPr>
            <p:ph type="ctrTitle"/>
          </p:nvPr>
        </p:nvSpPr>
        <p:spPr/>
        <p:txBody>
          <a:bodyPr/>
          <a:lstStyle/>
          <a:p>
            <a:r>
              <a:rPr lang="de-DE" dirty="0"/>
              <a:t>Gedächtnisprotokoll</a:t>
            </a:r>
          </a:p>
        </p:txBody>
      </p:sp>
      <p:sp>
        <p:nvSpPr>
          <p:cNvPr id="3" name="Untertitel 2">
            <a:extLst>
              <a:ext uri="{FF2B5EF4-FFF2-40B4-BE49-F238E27FC236}">
                <a16:creationId xmlns:a16="http://schemas.microsoft.com/office/drawing/2014/main" id="{81DD6F13-7788-3351-2ACF-BA449F650384}"/>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8777164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nhaltsplatzhalter 4">
            <a:extLst>
              <a:ext uri="{FF2B5EF4-FFF2-40B4-BE49-F238E27FC236}">
                <a16:creationId xmlns:a16="http://schemas.microsoft.com/office/drawing/2014/main" id="{CC563B54-FB40-DF57-541F-A5A19A37C9D4}"/>
              </a:ext>
            </a:extLst>
          </p:cNvPr>
          <p:cNvSpPr>
            <a:spLocks noGrp="1"/>
          </p:cNvSpPr>
          <p:nvPr>
            <p:ph idx="1"/>
          </p:nvPr>
        </p:nvSpPr>
        <p:spPr/>
        <p:txBody>
          <a:bodyPr/>
          <a:lstStyle/>
          <a:p>
            <a:r>
              <a:rPr lang="de-DE" dirty="0"/>
              <a:t>Damals™ wollte ich Dinge messen.</a:t>
            </a:r>
          </a:p>
          <a:p>
            <a:r>
              <a:rPr lang="de-DE" dirty="0"/>
              <a:t>Anforderungen:</a:t>
            </a:r>
          </a:p>
          <a:p>
            <a:pPr lvl="1"/>
            <a:r>
              <a:rPr lang="de-DE" dirty="0" err="1"/>
              <a:t>Samplingrate</a:t>
            </a:r>
            <a:r>
              <a:rPr lang="de-DE" dirty="0"/>
              <a:t>: 1/10ms oder besser</a:t>
            </a:r>
          </a:p>
          <a:p>
            <a:pPr lvl="1"/>
            <a:r>
              <a:rPr lang="de-DE" dirty="0"/>
              <a:t>Anzahl Sensoren: &gt;15</a:t>
            </a:r>
          </a:p>
          <a:p>
            <a:pPr lvl="1"/>
            <a:r>
              <a:rPr lang="de-DE" dirty="0" err="1"/>
              <a:t>Jitter</a:t>
            </a:r>
            <a:r>
              <a:rPr lang="de-DE" dirty="0"/>
              <a:t> zwischen Sensoren: &lt;10ms</a:t>
            </a:r>
          </a:p>
          <a:p>
            <a:pPr lvl="1"/>
            <a:r>
              <a:rPr lang="de-DE" dirty="0"/>
              <a:t>Sensortypen:</a:t>
            </a:r>
          </a:p>
          <a:p>
            <a:pPr lvl="2"/>
            <a:r>
              <a:rPr lang="de-DE" dirty="0"/>
              <a:t>Widerstandsbasiert</a:t>
            </a:r>
          </a:p>
          <a:p>
            <a:pPr lvl="2"/>
            <a:r>
              <a:rPr lang="de-DE" dirty="0"/>
              <a:t>Puls</a:t>
            </a:r>
          </a:p>
          <a:p>
            <a:pPr lvl="2"/>
            <a:r>
              <a:rPr lang="de-DE" dirty="0"/>
              <a:t>Spannung</a:t>
            </a:r>
          </a:p>
          <a:p>
            <a:pPr lvl="1"/>
            <a:r>
              <a:rPr lang="de-DE" dirty="0"/>
              <a:t>Dezentrale Wandlung</a:t>
            </a:r>
          </a:p>
          <a:p>
            <a:pPr lvl="1"/>
            <a:r>
              <a:rPr lang="de-DE" dirty="0"/>
              <a:t>Zentrale Aufzeichnung in sicherer Entfernung</a:t>
            </a:r>
          </a:p>
          <a:p>
            <a:r>
              <a:rPr lang="de-DE" dirty="0"/>
              <a:t>NI-Systeme: nein, weil €</a:t>
            </a:r>
          </a:p>
          <a:p>
            <a:r>
              <a:rPr lang="de-DE" dirty="0"/>
              <a:t>Arduino: nein, weil </a:t>
            </a:r>
            <a:r>
              <a:rPr lang="de-DE" dirty="0" err="1"/>
              <a:t>Samplingrate</a:t>
            </a:r>
            <a:endParaRPr lang="de-DE" dirty="0"/>
          </a:p>
        </p:txBody>
      </p:sp>
      <p:sp>
        <p:nvSpPr>
          <p:cNvPr id="4" name="Titel 3">
            <a:extLst>
              <a:ext uri="{FF2B5EF4-FFF2-40B4-BE49-F238E27FC236}">
                <a16:creationId xmlns:a16="http://schemas.microsoft.com/office/drawing/2014/main" id="{42FC232C-8C95-79DC-02E3-9BAEEBD5CB0F}"/>
              </a:ext>
            </a:extLst>
          </p:cNvPr>
          <p:cNvSpPr>
            <a:spLocks noGrp="1"/>
          </p:cNvSpPr>
          <p:nvPr>
            <p:ph type="title"/>
          </p:nvPr>
        </p:nvSpPr>
        <p:spPr/>
        <p:txBody>
          <a:bodyPr/>
          <a:lstStyle/>
          <a:p>
            <a:r>
              <a:rPr lang="de-DE" dirty="0"/>
              <a:t>Historie</a:t>
            </a:r>
          </a:p>
        </p:txBody>
      </p:sp>
    </p:spTree>
    <p:extLst>
      <p:ext uri="{BB962C8B-B14F-4D97-AF65-F5344CB8AC3E}">
        <p14:creationId xmlns:p14="http://schemas.microsoft.com/office/powerpoint/2010/main" val="2678658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5E48249D-6B95-5A98-1413-72437E6CF752}"/>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852B1B2F-ED65-AAE9-EF28-602B659808B6}"/>
              </a:ext>
            </a:extLst>
          </p:cNvPr>
          <p:cNvSpPr>
            <a:spLocks noGrp="1"/>
          </p:cNvSpPr>
          <p:nvPr>
            <p:ph idx="1"/>
          </p:nvPr>
        </p:nvSpPr>
        <p:spPr/>
        <p:txBody>
          <a:bodyPr/>
          <a:lstStyle/>
          <a:p>
            <a:r>
              <a:rPr lang="de-DE" dirty="0"/>
              <a:t>Zentraler PC zur Datenaufzeichnung</a:t>
            </a:r>
          </a:p>
          <a:p>
            <a:r>
              <a:rPr lang="de-DE" dirty="0"/>
              <a:t>Dezentrale Sensor-Nodes zur </a:t>
            </a:r>
            <a:r>
              <a:rPr lang="de-DE" dirty="0" err="1"/>
              <a:t>Messwertwerfassung</a:t>
            </a:r>
            <a:endParaRPr lang="de-DE" dirty="0"/>
          </a:p>
          <a:p>
            <a:pPr lvl="1"/>
            <a:r>
              <a:rPr lang="de-DE" dirty="0"/>
              <a:t>Standard-HW und SW</a:t>
            </a:r>
          </a:p>
          <a:p>
            <a:pPr lvl="1"/>
            <a:r>
              <a:rPr lang="de-DE" dirty="0"/>
              <a:t>Konfiguration via Bus</a:t>
            </a:r>
          </a:p>
          <a:p>
            <a:r>
              <a:rPr lang="de-DE" dirty="0"/>
              <a:t>Kommunikation via CAN</a:t>
            </a:r>
          </a:p>
          <a:p>
            <a:r>
              <a:rPr lang="de-DE" dirty="0"/>
              <a:t>Steuerung von Aktoren wäre „nice to </a:t>
            </a:r>
            <a:r>
              <a:rPr lang="de-DE" dirty="0" err="1"/>
              <a:t>have</a:t>
            </a:r>
            <a:r>
              <a:rPr lang="de-DE" dirty="0"/>
              <a:t>“, Implementierung später.</a:t>
            </a:r>
          </a:p>
        </p:txBody>
      </p:sp>
      <p:sp>
        <p:nvSpPr>
          <p:cNvPr id="4" name="Datumsplatzhalter 3">
            <a:extLst>
              <a:ext uri="{FF2B5EF4-FFF2-40B4-BE49-F238E27FC236}">
                <a16:creationId xmlns:a16="http://schemas.microsoft.com/office/drawing/2014/main" id="{A3268110-3135-B1CF-265B-656696872DCE}"/>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6644EB10-C89B-B53D-B0B2-E8D2E8BDDFFD}"/>
              </a:ext>
            </a:extLst>
          </p:cNvPr>
          <p:cNvSpPr>
            <a:spLocks noGrp="1"/>
          </p:cNvSpPr>
          <p:nvPr>
            <p:ph type="title"/>
          </p:nvPr>
        </p:nvSpPr>
        <p:spPr/>
        <p:txBody>
          <a:bodyPr/>
          <a:lstStyle/>
          <a:p>
            <a:r>
              <a:rPr lang="de-DE" dirty="0"/>
              <a:t>Lösungsansatz</a:t>
            </a:r>
          </a:p>
        </p:txBody>
      </p:sp>
      <p:sp>
        <p:nvSpPr>
          <p:cNvPr id="6" name="Foliennummernplatzhalter 5">
            <a:extLst>
              <a:ext uri="{FF2B5EF4-FFF2-40B4-BE49-F238E27FC236}">
                <a16:creationId xmlns:a16="http://schemas.microsoft.com/office/drawing/2014/main" id="{DFDDE8DE-BED3-B7AE-6C1C-6F83EEF3178B}"/>
              </a:ext>
            </a:extLst>
          </p:cNvPr>
          <p:cNvSpPr>
            <a:spLocks noGrp="1"/>
          </p:cNvSpPr>
          <p:nvPr>
            <p:ph type="sldNum" sz="quarter" idx="4"/>
          </p:nvPr>
        </p:nvSpPr>
        <p:spPr/>
        <p:txBody>
          <a:bodyPr/>
          <a:lstStyle/>
          <a:p>
            <a:fld id="{369A084B-84B6-4F15-B0F5-CCDC4176846B}" type="slidenum">
              <a:rPr lang="de-DE" smtClean="0"/>
              <a:pPr/>
              <a:t>4</a:t>
            </a:fld>
            <a:endParaRPr lang="de-DE" dirty="0"/>
          </a:p>
        </p:txBody>
      </p:sp>
    </p:spTree>
    <p:extLst>
      <p:ext uri="{BB962C8B-B14F-4D97-AF65-F5344CB8AC3E}">
        <p14:creationId xmlns:p14="http://schemas.microsoft.com/office/powerpoint/2010/main" val="7211862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9A4B1AB9-EB7E-210E-91D0-E534E94BB6C5}"/>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2E3F5675-E438-DA33-93B4-7CCC1390F856}"/>
              </a:ext>
            </a:extLst>
          </p:cNvPr>
          <p:cNvSpPr>
            <a:spLocks noGrp="1"/>
          </p:cNvSpPr>
          <p:nvPr>
            <p:ph idx="1"/>
          </p:nvPr>
        </p:nvSpPr>
        <p:spPr/>
        <p:txBody>
          <a:bodyPr/>
          <a:lstStyle/>
          <a:p>
            <a:r>
              <a:rPr lang="de-DE" dirty="0"/>
              <a:t>Eine Sensor-Node mit Temperatursensor (Widerstandsbasiert)</a:t>
            </a:r>
          </a:p>
          <a:p>
            <a:r>
              <a:rPr lang="de-DE" dirty="0"/>
              <a:t>CAN-Dongle am Linux-PC</a:t>
            </a:r>
          </a:p>
          <a:p>
            <a:r>
              <a:rPr lang="de-DE" dirty="0"/>
              <a:t>Konfiguration der Sensor-Node via Konfigurationstool (GUI)</a:t>
            </a:r>
          </a:p>
          <a:p>
            <a:r>
              <a:rPr lang="de-DE" dirty="0"/>
              <a:t>Auslesen, Anzeigen und </a:t>
            </a:r>
            <a:r>
              <a:rPr lang="de-DE" dirty="0" err="1"/>
              <a:t>Logging</a:t>
            </a:r>
            <a:r>
              <a:rPr lang="de-DE" dirty="0"/>
              <a:t> von Werten in der Anzeige- und </a:t>
            </a:r>
            <a:r>
              <a:rPr lang="de-DE" dirty="0" err="1"/>
              <a:t>Logging</a:t>
            </a:r>
            <a:r>
              <a:rPr lang="de-DE" dirty="0"/>
              <a:t>-GUI</a:t>
            </a:r>
          </a:p>
          <a:p>
            <a:pPr lvl="1"/>
            <a:r>
              <a:rPr lang="de-DE" dirty="0"/>
              <a:t>Hier nur mit Datenrate 1/500ms</a:t>
            </a:r>
          </a:p>
          <a:p>
            <a:endParaRPr lang="de-DE" dirty="0"/>
          </a:p>
          <a:p>
            <a:endParaRPr lang="de-DE" dirty="0"/>
          </a:p>
          <a:p>
            <a:endParaRPr lang="de-DE" dirty="0"/>
          </a:p>
          <a:p>
            <a:endParaRPr lang="de-DE" dirty="0"/>
          </a:p>
          <a:p>
            <a:endParaRPr lang="de-DE" dirty="0"/>
          </a:p>
          <a:p>
            <a:r>
              <a:rPr lang="de-DE" dirty="0"/>
              <a:t>Und dann lief Boris… und vieles andere.</a:t>
            </a:r>
          </a:p>
        </p:txBody>
      </p:sp>
      <p:sp>
        <p:nvSpPr>
          <p:cNvPr id="4" name="Datumsplatzhalter 3">
            <a:extLst>
              <a:ext uri="{FF2B5EF4-FFF2-40B4-BE49-F238E27FC236}">
                <a16:creationId xmlns:a16="http://schemas.microsoft.com/office/drawing/2014/main" id="{539481EB-5152-1B11-39D5-1D44FDEC6B26}"/>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75DDA033-177E-F387-7D25-EBBD9A1876FA}"/>
              </a:ext>
            </a:extLst>
          </p:cNvPr>
          <p:cNvSpPr>
            <a:spLocks noGrp="1"/>
          </p:cNvSpPr>
          <p:nvPr>
            <p:ph type="title"/>
          </p:nvPr>
        </p:nvSpPr>
        <p:spPr/>
        <p:txBody>
          <a:bodyPr/>
          <a:lstStyle/>
          <a:p>
            <a:r>
              <a:rPr lang="de-DE" dirty="0"/>
              <a:t>Was lief?</a:t>
            </a:r>
          </a:p>
        </p:txBody>
      </p:sp>
      <p:sp>
        <p:nvSpPr>
          <p:cNvPr id="6" name="Foliennummernplatzhalter 5">
            <a:extLst>
              <a:ext uri="{FF2B5EF4-FFF2-40B4-BE49-F238E27FC236}">
                <a16:creationId xmlns:a16="http://schemas.microsoft.com/office/drawing/2014/main" id="{89A27C46-C29A-1667-8480-B2D8FBBBBBBD}"/>
              </a:ext>
            </a:extLst>
          </p:cNvPr>
          <p:cNvSpPr>
            <a:spLocks noGrp="1"/>
          </p:cNvSpPr>
          <p:nvPr>
            <p:ph type="sldNum" sz="quarter" idx="4"/>
          </p:nvPr>
        </p:nvSpPr>
        <p:spPr/>
        <p:txBody>
          <a:bodyPr/>
          <a:lstStyle/>
          <a:p>
            <a:fld id="{369A084B-84B6-4F15-B0F5-CCDC4176846B}" type="slidenum">
              <a:rPr lang="de-DE" smtClean="0"/>
              <a:pPr/>
              <a:t>5</a:t>
            </a:fld>
            <a:endParaRPr lang="de-DE" dirty="0"/>
          </a:p>
        </p:txBody>
      </p:sp>
    </p:spTree>
    <p:extLst>
      <p:ext uri="{BB962C8B-B14F-4D97-AF65-F5344CB8AC3E}">
        <p14:creationId xmlns:p14="http://schemas.microsoft.com/office/powerpoint/2010/main" val="2433354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A03EDDD6-22CB-71CE-FAE3-07F4C636CE1C}"/>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65B8769B-627B-738A-1F4F-9AAA9D475A13}"/>
              </a:ext>
            </a:extLst>
          </p:cNvPr>
          <p:cNvSpPr>
            <a:spLocks noGrp="1"/>
          </p:cNvSpPr>
          <p:nvPr>
            <p:ph idx="1"/>
          </p:nvPr>
        </p:nvSpPr>
        <p:spPr/>
        <p:txBody>
          <a:bodyPr/>
          <a:lstStyle/>
          <a:p>
            <a:r>
              <a:rPr lang="de-DE" dirty="0"/>
              <a:t>Ich brauche das Ding. Diesmal wirklich! Ernsthaft!</a:t>
            </a:r>
          </a:p>
          <a:p>
            <a:r>
              <a:rPr lang="de-DE" dirty="0"/>
              <a:t>Plan:</a:t>
            </a:r>
          </a:p>
          <a:p>
            <a:pPr lvl="1"/>
            <a:r>
              <a:rPr lang="de-DE" dirty="0"/>
              <a:t>Bestandsaufnahme</a:t>
            </a:r>
          </a:p>
          <a:p>
            <a:pPr lvl="1"/>
            <a:r>
              <a:rPr lang="de-DE" dirty="0"/>
              <a:t>Einrichten einer automatisierten Testumgebung</a:t>
            </a:r>
          </a:p>
          <a:p>
            <a:pPr lvl="1"/>
            <a:r>
              <a:rPr lang="de-DE" dirty="0" err="1"/>
              <a:t>Refactoring</a:t>
            </a:r>
            <a:r>
              <a:rPr lang="de-DE" dirty="0"/>
              <a:t> des alten Codes</a:t>
            </a:r>
          </a:p>
          <a:p>
            <a:pPr lvl="2"/>
            <a:r>
              <a:rPr lang="de-DE" dirty="0"/>
              <a:t>Testbarkeit</a:t>
            </a:r>
          </a:p>
          <a:p>
            <a:pPr lvl="1"/>
            <a:r>
              <a:rPr lang="de-DE" dirty="0"/>
              <a:t>Vervollständigen / verbessern</a:t>
            </a:r>
          </a:p>
          <a:p>
            <a:pPr lvl="2"/>
            <a:r>
              <a:rPr lang="de-DE" dirty="0"/>
              <a:t>Pulsbasierte Sensoren</a:t>
            </a:r>
          </a:p>
          <a:p>
            <a:pPr lvl="2"/>
            <a:r>
              <a:rPr lang="de-DE" dirty="0"/>
              <a:t>Linearisierung / Kennlinie</a:t>
            </a:r>
          </a:p>
          <a:p>
            <a:pPr lvl="2"/>
            <a:r>
              <a:rPr lang="de-DE" dirty="0"/>
              <a:t>Vermutlich noch viele andere Dinge</a:t>
            </a:r>
          </a:p>
          <a:p>
            <a:pPr lvl="1"/>
            <a:endParaRPr lang="de-DE" dirty="0"/>
          </a:p>
        </p:txBody>
      </p:sp>
      <p:sp>
        <p:nvSpPr>
          <p:cNvPr id="4" name="Datumsplatzhalter 3">
            <a:extLst>
              <a:ext uri="{FF2B5EF4-FFF2-40B4-BE49-F238E27FC236}">
                <a16:creationId xmlns:a16="http://schemas.microsoft.com/office/drawing/2014/main" id="{122B9DDB-BE82-0511-A5B1-C4E6AC79140D}"/>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A77358C4-956D-4DBC-F8B0-020589C71BC9}"/>
              </a:ext>
            </a:extLst>
          </p:cNvPr>
          <p:cNvSpPr>
            <a:spLocks noGrp="1"/>
          </p:cNvSpPr>
          <p:nvPr>
            <p:ph type="title"/>
          </p:nvPr>
        </p:nvSpPr>
        <p:spPr/>
        <p:txBody>
          <a:bodyPr/>
          <a:lstStyle/>
          <a:p>
            <a:r>
              <a:rPr lang="de-DE" dirty="0"/>
              <a:t>Zeitsprung: 2026</a:t>
            </a:r>
          </a:p>
        </p:txBody>
      </p:sp>
      <p:sp>
        <p:nvSpPr>
          <p:cNvPr id="6" name="Foliennummernplatzhalter 5">
            <a:extLst>
              <a:ext uri="{FF2B5EF4-FFF2-40B4-BE49-F238E27FC236}">
                <a16:creationId xmlns:a16="http://schemas.microsoft.com/office/drawing/2014/main" id="{ACD6F3C1-3A25-FE95-B23B-68C32FE9EEB1}"/>
              </a:ext>
            </a:extLst>
          </p:cNvPr>
          <p:cNvSpPr>
            <a:spLocks noGrp="1"/>
          </p:cNvSpPr>
          <p:nvPr>
            <p:ph type="sldNum" sz="quarter" idx="4"/>
          </p:nvPr>
        </p:nvSpPr>
        <p:spPr/>
        <p:txBody>
          <a:bodyPr/>
          <a:lstStyle/>
          <a:p>
            <a:fld id="{369A084B-84B6-4F15-B0F5-CCDC4176846B}" type="slidenum">
              <a:rPr lang="de-DE" smtClean="0"/>
              <a:pPr/>
              <a:t>6</a:t>
            </a:fld>
            <a:endParaRPr lang="de-DE" dirty="0"/>
          </a:p>
        </p:txBody>
      </p:sp>
    </p:spTree>
    <p:extLst>
      <p:ext uri="{BB962C8B-B14F-4D97-AF65-F5344CB8AC3E}">
        <p14:creationId xmlns:p14="http://schemas.microsoft.com/office/powerpoint/2010/main" val="2633539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A8742-8BA1-8261-B500-5E2972CAB0C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D0594D-2F61-8814-E39A-39D77F64E2D6}"/>
              </a:ext>
            </a:extLst>
          </p:cNvPr>
          <p:cNvSpPr>
            <a:spLocks noGrp="1"/>
          </p:cNvSpPr>
          <p:nvPr>
            <p:ph type="ctrTitle"/>
          </p:nvPr>
        </p:nvSpPr>
        <p:spPr/>
        <p:txBody>
          <a:bodyPr/>
          <a:lstStyle/>
          <a:p>
            <a:r>
              <a:rPr lang="de-DE" dirty="0"/>
              <a:t>Tagebuch</a:t>
            </a:r>
          </a:p>
        </p:txBody>
      </p:sp>
      <p:sp>
        <p:nvSpPr>
          <p:cNvPr id="3" name="Untertitel 2">
            <a:extLst>
              <a:ext uri="{FF2B5EF4-FFF2-40B4-BE49-F238E27FC236}">
                <a16:creationId xmlns:a16="http://schemas.microsoft.com/office/drawing/2014/main" id="{7023ABFE-B049-5605-64E5-49EC3207A594}"/>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4018313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49A00A10-AF1F-D886-2E75-D0C78EAFD2E3}"/>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B8286162-1FB7-BCFA-3CA1-90CA486E042A}"/>
              </a:ext>
            </a:extLst>
          </p:cNvPr>
          <p:cNvSpPr>
            <a:spLocks noGrp="1"/>
          </p:cNvSpPr>
          <p:nvPr>
            <p:ph idx="1"/>
          </p:nvPr>
        </p:nvSpPr>
        <p:spPr/>
        <p:txBody>
          <a:bodyPr/>
          <a:lstStyle/>
          <a:p>
            <a:r>
              <a:rPr lang="de-DE" dirty="0"/>
              <a:t>Code ist bei </a:t>
            </a:r>
            <a:r>
              <a:rPr lang="de-DE" dirty="0" err="1"/>
              <a:t>Github</a:t>
            </a:r>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r>
              <a:rPr lang="de-DE" dirty="0"/>
              <a:t>Ich hab damals sogar etwas dokumentiert.</a:t>
            </a:r>
          </a:p>
          <a:p>
            <a:pPr lvl="1"/>
            <a:r>
              <a:rPr lang="de-DE" dirty="0"/>
              <a:t>CAN-Protokoll</a:t>
            </a:r>
          </a:p>
          <a:p>
            <a:pPr lvl="1"/>
            <a:r>
              <a:rPr lang="de-DE" dirty="0"/>
              <a:t>HW-SW-Interface für die Sensor-Node</a:t>
            </a:r>
          </a:p>
          <a:p>
            <a:r>
              <a:rPr lang="de-DE" dirty="0"/>
              <a:t>Schaltplan, Layout fehlt komplett</a:t>
            </a:r>
          </a:p>
        </p:txBody>
      </p:sp>
      <p:sp>
        <p:nvSpPr>
          <p:cNvPr id="4" name="Datumsplatzhalter 3">
            <a:extLst>
              <a:ext uri="{FF2B5EF4-FFF2-40B4-BE49-F238E27FC236}">
                <a16:creationId xmlns:a16="http://schemas.microsoft.com/office/drawing/2014/main" id="{F95B53D1-A7CA-08A6-4B47-8C31B59FF87B}"/>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A24D1598-6DB7-D547-F442-56982AE8C878}"/>
              </a:ext>
            </a:extLst>
          </p:cNvPr>
          <p:cNvSpPr>
            <a:spLocks noGrp="1"/>
          </p:cNvSpPr>
          <p:nvPr>
            <p:ph type="title"/>
          </p:nvPr>
        </p:nvSpPr>
        <p:spPr/>
        <p:txBody>
          <a:bodyPr/>
          <a:lstStyle/>
          <a:p>
            <a:r>
              <a:rPr lang="de-DE" dirty="0"/>
              <a:t>Bestandsaufnahme</a:t>
            </a:r>
          </a:p>
        </p:txBody>
      </p:sp>
      <p:sp>
        <p:nvSpPr>
          <p:cNvPr id="6" name="Foliennummernplatzhalter 5">
            <a:extLst>
              <a:ext uri="{FF2B5EF4-FFF2-40B4-BE49-F238E27FC236}">
                <a16:creationId xmlns:a16="http://schemas.microsoft.com/office/drawing/2014/main" id="{C90E6C46-2A35-86F3-41D7-75A5EEEF9FBB}"/>
              </a:ext>
            </a:extLst>
          </p:cNvPr>
          <p:cNvSpPr>
            <a:spLocks noGrp="1"/>
          </p:cNvSpPr>
          <p:nvPr>
            <p:ph type="sldNum" sz="quarter" idx="4"/>
          </p:nvPr>
        </p:nvSpPr>
        <p:spPr/>
        <p:txBody>
          <a:bodyPr/>
          <a:lstStyle/>
          <a:p>
            <a:fld id="{369A084B-84B6-4F15-B0F5-CCDC4176846B}" type="slidenum">
              <a:rPr lang="de-DE" smtClean="0"/>
              <a:pPr/>
              <a:t>8</a:t>
            </a:fld>
            <a:endParaRPr lang="de-DE" dirty="0"/>
          </a:p>
        </p:txBody>
      </p:sp>
      <p:pic>
        <p:nvPicPr>
          <p:cNvPr id="8" name="Grafik 7">
            <a:extLst>
              <a:ext uri="{FF2B5EF4-FFF2-40B4-BE49-F238E27FC236}">
                <a16:creationId xmlns:a16="http://schemas.microsoft.com/office/drawing/2014/main" id="{FF362404-5CB3-ED19-9F95-876D5FA346A4}"/>
              </a:ext>
            </a:extLst>
          </p:cNvPr>
          <p:cNvPicPr>
            <a:picLocks noChangeAspect="1"/>
          </p:cNvPicPr>
          <p:nvPr/>
        </p:nvPicPr>
        <p:blipFill>
          <a:blip r:embed="rId2"/>
          <a:stretch>
            <a:fillRect/>
          </a:stretch>
        </p:blipFill>
        <p:spPr>
          <a:xfrm>
            <a:off x="3287688" y="883065"/>
            <a:ext cx="6306430" cy="3419952"/>
          </a:xfrm>
          <a:prstGeom prst="rect">
            <a:avLst/>
          </a:prstGeom>
        </p:spPr>
      </p:pic>
    </p:spTree>
    <p:extLst>
      <p:ext uri="{BB962C8B-B14F-4D97-AF65-F5344CB8AC3E}">
        <p14:creationId xmlns:p14="http://schemas.microsoft.com/office/powerpoint/2010/main" val="21542425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0F8F53AD-F016-5FC5-660D-6672C589E34D}"/>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81FFFA41-04B9-ADCA-219A-25C62DB5C58E}"/>
              </a:ext>
            </a:extLst>
          </p:cNvPr>
          <p:cNvSpPr>
            <a:spLocks noGrp="1"/>
          </p:cNvSpPr>
          <p:nvPr>
            <p:ph idx="1"/>
          </p:nvPr>
        </p:nvSpPr>
        <p:spPr/>
        <p:txBody>
          <a:bodyPr/>
          <a:lstStyle/>
          <a:p>
            <a:r>
              <a:rPr lang="de-DE" dirty="0"/>
              <a:t>Größtenteils Python</a:t>
            </a:r>
          </a:p>
          <a:p>
            <a:r>
              <a:rPr lang="de-DE" dirty="0"/>
              <a:t>Sensor-Nodes in C / Stm32</a:t>
            </a:r>
          </a:p>
          <a:p>
            <a:pPr>
              <a:buFont typeface="Wingdings" panose="05000000000000000000" pitchFamily="2" charset="2"/>
              <a:buChar char="à"/>
            </a:pPr>
            <a:r>
              <a:rPr lang="de-DE" dirty="0">
                <a:sym typeface="Wingdings" panose="05000000000000000000" pitchFamily="2" charset="2"/>
              </a:rPr>
              <a:t>VS Code mit </a:t>
            </a:r>
            <a:r>
              <a:rPr lang="de-DE" dirty="0" err="1">
                <a:sym typeface="Wingdings" panose="05000000000000000000" pitchFamily="2" charset="2"/>
              </a:rPr>
              <a:t>venv</a:t>
            </a:r>
            <a:endParaRPr lang="de-DE" dirty="0">
              <a:sym typeface="Wingdings" panose="05000000000000000000" pitchFamily="2" charset="2"/>
            </a:endParaRPr>
          </a:p>
          <a:p>
            <a:pPr>
              <a:buFont typeface="Wingdings" panose="05000000000000000000" pitchFamily="2" charset="2"/>
              <a:buChar char="à"/>
            </a:pPr>
            <a:r>
              <a:rPr lang="de-DE" dirty="0">
                <a:sym typeface="Wingdings" panose="05000000000000000000" pitchFamily="2" charset="2"/>
              </a:rPr>
              <a:t>Unter Windows…?</a:t>
            </a:r>
          </a:p>
          <a:p>
            <a:pPr>
              <a:buFont typeface="Wingdings" panose="05000000000000000000" pitchFamily="2" charset="2"/>
              <a:buChar char="à"/>
            </a:pPr>
            <a:r>
              <a:rPr lang="de-DE" dirty="0">
                <a:sym typeface="Wingdings" panose="05000000000000000000" pitchFamily="2" charset="2"/>
              </a:rPr>
              <a:t>… aber ich will es unter Linux benutzen!</a:t>
            </a:r>
          </a:p>
          <a:p>
            <a:pPr>
              <a:buFont typeface="Wingdings" panose="05000000000000000000" pitchFamily="2" charset="2"/>
              <a:buChar char="à"/>
            </a:pPr>
            <a:r>
              <a:rPr lang="de-DE" dirty="0">
                <a:sym typeface="Wingdings" panose="05000000000000000000" pitchFamily="2" charset="2"/>
              </a:rPr>
              <a:t>… ich will es automatisiert testen, Windows Laptop hat keine IOs. </a:t>
            </a:r>
            <a:r>
              <a:rPr lang="de-DE" dirty="0" err="1">
                <a:sym typeface="Wingdings" panose="05000000000000000000" pitchFamily="2" charset="2"/>
              </a:rPr>
              <a:t>Sideprojectcounter</a:t>
            </a:r>
            <a:r>
              <a:rPr lang="de-DE" dirty="0">
                <a:sym typeface="Wingdings" panose="05000000000000000000" pitchFamily="2" charset="2"/>
              </a:rPr>
              <a:t> = 1</a:t>
            </a:r>
          </a:p>
          <a:p>
            <a:pPr marL="0" indent="0">
              <a:buNone/>
            </a:pPr>
            <a:r>
              <a:rPr lang="de-DE" dirty="0">
                <a:sym typeface="Wingdings" panose="05000000000000000000" pitchFamily="2" charset="2"/>
              </a:rPr>
              <a:t> Bevor ich ernsthaft starte, brauche ich eine Architektur zur Infrastruktur.</a:t>
            </a:r>
          </a:p>
          <a:p>
            <a:pPr marL="0" indent="0">
              <a:buNone/>
            </a:pPr>
            <a:endParaRPr lang="de-DE" dirty="0">
              <a:sym typeface="Wingdings" panose="05000000000000000000" pitchFamily="2" charset="2"/>
            </a:endParaRPr>
          </a:p>
        </p:txBody>
      </p:sp>
      <p:sp>
        <p:nvSpPr>
          <p:cNvPr id="4" name="Datumsplatzhalter 3">
            <a:extLst>
              <a:ext uri="{FF2B5EF4-FFF2-40B4-BE49-F238E27FC236}">
                <a16:creationId xmlns:a16="http://schemas.microsoft.com/office/drawing/2014/main" id="{BC7B4B43-2123-F0E2-F7C1-0A33F21508F7}"/>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BFF43951-69B8-DE55-64F5-58438EFDAF2E}"/>
              </a:ext>
            </a:extLst>
          </p:cNvPr>
          <p:cNvSpPr>
            <a:spLocks noGrp="1"/>
          </p:cNvSpPr>
          <p:nvPr>
            <p:ph type="title"/>
          </p:nvPr>
        </p:nvSpPr>
        <p:spPr/>
        <p:txBody>
          <a:bodyPr/>
          <a:lstStyle/>
          <a:p>
            <a:r>
              <a:rPr lang="de-DE" dirty="0"/>
              <a:t>IDE Aufsetzen, laufen lassen.</a:t>
            </a:r>
          </a:p>
        </p:txBody>
      </p:sp>
      <p:sp>
        <p:nvSpPr>
          <p:cNvPr id="6" name="Foliennummernplatzhalter 5">
            <a:extLst>
              <a:ext uri="{FF2B5EF4-FFF2-40B4-BE49-F238E27FC236}">
                <a16:creationId xmlns:a16="http://schemas.microsoft.com/office/drawing/2014/main" id="{6E6012D9-8A74-1221-86BE-54DAD36F8BDC}"/>
              </a:ext>
            </a:extLst>
          </p:cNvPr>
          <p:cNvSpPr>
            <a:spLocks noGrp="1"/>
          </p:cNvSpPr>
          <p:nvPr>
            <p:ph type="sldNum" sz="quarter" idx="4"/>
          </p:nvPr>
        </p:nvSpPr>
        <p:spPr/>
        <p:txBody>
          <a:bodyPr/>
          <a:lstStyle/>
          <a:p>
            <a:fld id="{369A084B-84B6-4F15-B0F5-CCDC4176846B}" type="slidenum">
              <a:rPr lang="de-DE" smtClean="0"/>
              <a:pPr/>
              <a:t>9</a:t>
            </a:fld>
            <a:endParaRPr lang="de-DE" dirty="0"/>
          </a:p>
        </p:txBody>
      </p:sp>
    </p:spTree>
    <p:extLst>
      <p:ext uri="{BB962C8B-B14F-4D97-AF65-F5344CB8AC3E}">
        <p14:creationId xmlns:p14="http://schemas.microsoft.com/office/powerpoint/2010/main" val="1605463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1ED75D60-6F8B-724F-68CE-D474427298D2}"/>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74472260-F364-D5CD-E75A-C4824081463C}"/>
              </a:ext>
            </a:extLst>
          </p:cNvPr>
          <p:cNvSpPr>
            <a:spLocks noGrp="1"/>
          </p:cNvSpPr>
          <p:nvPr>
            <p:ph idx="1"/>
          </p:nvPr>
        </p:nvSpPr>
        <p:spPr/>
        <p:txBody>
          <a:bodyPr/>
          <a:lstStyle/>
          <a:p>
            <a:pPr marL="0" indent="0">
              <a:buNone/>
            </a:pPr>
            <a:r>
              <a:rPr lang="de-DE" dirty="0">
                <a:sym typeface="Wingdings" panose="05000000000000000000" pitchFamily="2" charset="2"/>
              </a:rPr>
              <a:t>Was sagt die AI dazu?</a:t>
            </a:r>
          </a:p>
          <a:p>
            <a:r>
              <a:rPr lang="de-DE" i="1" dirty="0"/>
              <a:t>## 10. Recommended Work Order</a:t>
            </a:r>
            <a:endParaRPr lang="de-DE" b="0" i="1" dirty="0"/>
          </a:p>
          <a:p>
            <a:r>
              <a:rPr lang="de-DE" b="0" i="1" dirty="0"/>
              <a:t>1. Freeze the </a:t>
            </a:r>
            <a:r>
              <a:rPr lang="de-DE" b="0" i="1" dirty="0" err="1"/>
              <a:t>node</a:t>
            </a:r>
            <a:r>
              <a:rPr lang="de-DE" b="0" i="1" dirty="0"/>
              <a:t> </a:t>
            </a:r>
            <a:r>
              <a:rPr lang="de-DE" b="0" i="1" dirty="0" err="1"/>
              <a:t>model</a:t>
            </a:r>
            <a:r>
              <a:rPr lang="de-DE" b="0" i="1" dirty="0"/>
              <a:t> and </a:t>
            </a:r>
            <a:r>
              <a:rPr lang="de-DE" b="0" i="1" dirty="0" err="1"/>
              <a:t>message</a:t>
            </a:r>
            <a:r>
              <a:rPr lang="de-DE" b="0" i="1" dirty="0"/>
              <a:t> </a:t>
            </a:r>
            <a:r>
              <a:rPr lang="de-DE" b="0" i="1" dirty="0" err="1"/>
              <a:t>specification</a:t>
            </a:r>
            <a:r>
              <a:rPr lang="de-DE" b="0" i="1" dirty="0"/>
              <a:t>.</a:t>
            </a:r>
          </a:p>
          <a:p>
            <a:r>
              <a:rPr lang="de-DE" b="0" i="1" dirty="0"/>
              <a:t>2. Separate </a:t>
            </a:r>
            <a:r>
              <a:rPr lang="de-DE" b="0" i="1" dirty="0" err="1"/>
              <a:t>configuration</a:t>
            </a:r>
            <a:r>
              <a:rPr lang="de-DE" b="0" i="1" dirty="0"/>
              <a:t>, </a:t>
            </a:r>
            <a:r>
              <a:rPr lang="de-DE" b="0" i="1" dirty="0" err="1"/>
              <a:t>protocol</a:t>
            </a:r>
            <a:r>
              <a:rPr lang="de-DE" b="0" i="1" dirty="0"/>
              <a:t>, and </a:t>
            </a:r>
            <a:r>
              <a:rPr lang="de-DE" b="0" i="1" dirty="0" err="1"/>
              <a:t>runtime</a:t>
            </a:r>
            <a:r>
              <a:rPr lang="de-DE" b="0" i="1" dirty="0"/>
              <a:t> </a:t>
            </a:r>
            <a:r>
              <a:rPr lang="de-DE" b="0" i="1" dirty="0" err="1"/>
              <a:t>logic</a:t>
            </a:r>
            <a:r>
              <a:rPr lang="de-DE" b="0" i="1" dirty="0"/>
              <a:t>.</a:t>
            </a:r>
          </a:p>
          <a:p>
            <a:r>
              <a:rPr lang="de-DE" b="0" i="1" dirty="0"/>
              <a:t>3. Add </a:t>
            </a:r>
            <a:r>
              <a:rPr lang="de-DE" b="0" i="1" dirty="0" err="1"/>
              <a:t>unit</a:t>
            </a:r>
            <a:r>
              <a:rPr lang="de-DE" b="0" i="1" dirty="0"/>
              <a:t> </a:t>
            </a:r>
            <a:r>
              <a:rPr lang="de-DE" b="0" i="1" dirty="0" err="1"/>
              <a:t>tests</a:t>
            </a:r>
            <a:r>
              <a:rPr lang="de-DE" b="0" i="1" dirty="0"/>
              <a:t> for </a:t>
            </a:r>
            <a:r>
              <a:rPr lang="de-DE" b="0" i="1" dirty="0" err="1"/>
              <a:t>validation</a:t>
            </a:r>
            <a:r>
              <a:rPr lang="de-DE" b="0" i="1" dirty="0"/>
              <a:t> and </a:t>
            </a:r>
            <a:r>
              <a:rPr lang="de-DE" b="0" i="1" dirty="0" err="1"/>
              <a:t>conversion</a:t>
            </a:r>
            <a:r>
              <a:rPr lang="de-DE" b="0" i="1" dirty="0"/>
              <a:t> </a:t>
            </a:r>
            <a:r>
              <a:rPr lang="de-DE" b="0" i="1" dirty="0" err="1"/>
              <a:t>logic</a:t>
            </a:r>
            <a:r>
              <a:rPr lang="de-DE" b="0" i="1" dirty="0"/>
              <a:t>.</a:t>
            </a:r>
          </a:p>
          <a:p>
            <a:r>
              <a:rPr lang="de-DE" b="0" i="1" dirty="0"/>
              <a:t>4. Add </a:t>
            </a:r>
            <a:r>
              <a:rPr lang="de-DE" b="0" i="1" dirty="0" err="1"/>
              <a:t>integration</a:t>
            </a:r>
            <a:r>
              <a:rPr lang="de-DE" b="0" i="1" dirty="0"/>
              <a:t> </a:t>
            </a:r>
            <a:r>
              <a:rPr lang="de-DE" b="0" i="1" dirty="0" err="1"/>
              <a:t>tests</a:t>
            </a:r>
            <a:r>
              <a:rPr lang="de-DE" b="0" i="1" dirty="0"/>
              <a:t> </a:t>
            </a:r>
            <a:r>
              <a:rPr lang="de-DE" b="0" i="1" dirty="0" err="1"/>
              <a:t>around</a:t>
            </a:r>
            <a:r>
              <a:rPr lang="de-DE" b="0" i="1" dirty="0"/>
              <a:t> CAN </a:t>
            </a:r>
            <a:r>
              <a:rPr lang="de-DE" b="0" i="1" dirty="0" err="1"/>
              <a:t>message</a:t>
            </a:r>
            <a:r>
              <a:rPr lang="de-DE" b="0" i="1" dirty="0"/>
              <a:t> </a:t>
            </a:r>
            <a:r>
              <a:rPr lang="de-DE" b="0" i="1" dirty="0" err="1"/>
              <a:t>flow</a:t>
            </a:r>
            <a:r>
              <a:rPr lang="de-DE" b="0" i="1" dirty="0"/>
              <a:t> and </a:t>
            </a:r>
            <a:r>
              <a:rPr lang="de-DE" b="0" i="1" dirty="0" err="1"/>
              <a:t>node</a:t>
            </a:r>
            <a:r>
              <a:rPr lang="de-DE" b="0" i="1" dirty="0"/>
              <a:t> </a:t>
            </a:r>
            <a:r>
              <a:rPr lang="de-DE" b="0" i="1" dirty="0" err="1"/>
              <a:t>state</a:t>
            </a:r>
            <a:r>
              <a:rPr lang="de-DE" b="0" i="1" dirty="0"/>
              <a:t>.</a:t>
            </a:r>
          </a:p>
          <a:p>
            <a:r>
              <a:rPr lang="de-DE" b="0" i="1" dirty="0"/>
              <a:t>5. </a:t>
            </a:r>
            <a:r>
              <a:rPr lang="de-DE" b="0" i="1" dirty="0" err="1"/>
              <a:t>Validate</a:t>
            </a:r>
            <a:r>
              <a:rPr lang="de-DE" b="0" i="1" dirty="0"/>
              <a:t> </a:t>
            </a:r>
            <a:r>
              <a:rPr lang="de-DE" b="0" i="1" dirty="0" err="1"/>
              <a:t>timing</a:t>
            </a:r>
            <a:r>
              <a:rPr lang="de-DE" b="0" i="1" dirty="0"/>
              <a:t> </a:t>
            </a:r>
            <a:r>
              <a:rPr lang="de-DE" b="0" i="1" dirty="0" err="1"/>
              <a:t>with</a:t>
            </a:r>
            <a:r>
              <a:rPr lang="de-DE" b="0" i="1" dirty="0"/>
              <a:t> at least 10 </a:t>
            </a:r>
            <a:r>
              <a:rPr lang="de-DE" b="0" i="1" dirty="0" err="1"/>
              <a:t>sensors</a:t>
            </a:r>
            <a:r>
              <a:rPr lang="de-DE" b="0" i="1" dirty="0"/>
              <a:t>.</a:t>
            </a:r>
          </a:p>
          <a:p>
            <a:r>
              <a:rPr lang="de-DE" b="0" i="1" dirty="0"/>
              <a:t>6. Perform a final </a:t>
            </a:r>
            <a:r>
              <a:rPr lang="de-DE" b="0" i="1" dirty="0" err="1"/>
              <a:t>hardware</a:t>
            </a:r>
            <a:r>
              <a:rPr lang="de-DE" b="0" i="1" dirty="0"/>
              <a:t> </a:t>
            </a:r>
            <a:r>
              <a:rPr lang="de-DE" b="0" i="1" dirty="0" err="1"/>
              <a:t>system</a:t>
            </a:r>
            <a:r>
              <a:rPr lang="de-DE" b="0" i="1" dirty="0"/>
              <a:t> </a:t>
            </a:r>
            <a:r>
              <a:rPr lang="de-DE" b="0" i="1" dirty="0" err="1"/>
              <a:t>test</a:t>
            </a:r>
            <a:r>
              <a:rPr lang="de-DE" b="0" i="1" dirty="0"/>
              <a:t> </a:t>
            </a:r>
            <a:r>
              <a:rPr lang="de-DE" b="0" i="1" dirty="0" err="1"/>
              <a:t>using</a:t>
            </a:r>
            <a:r>
              <a:rPr lang="de-DE" b="0" i="1" dirty="0"/>
              <a:t> the real </a:t>
            </a:r>
            <a:r>
              <a:rPr lang="de-DE" b="0" i="1" dirty="0" err="1"/>
              <a:t>bus</a:t>
            </a:r>
            <a:r>
              <a:rPr lang="de-DE" b="0" i="1" dirty="0"/>
              <a:t> and </a:t>
            </a:r>
            <a:r>
              <a:rPr lang="de-DE" b="0" i="1" dirty="0" err="1"/>
              <a:t>sensor</a:t>
            </a:r>
            <a:r>
              <a:rPr lang="de-DE" b="0" i="1" dirty="0"/>
              <a:t> </a:t>
            </a:r>
            <a:r>
              <a:rPr lang="de-DE" b="0" i="1" dirty="0" err="1"/>
              <a:t>setup</a:t>
            </a:r>
            <a:r>
              <a:rPr lang="de-DE" b="0" i="1" dirty="0"/>
              <a:t>.</a:t>
            </a:r>
          </a:p>
          <a:p>
            <a:r>
              <a:rPr lang="de-DE" b="0" i="1" dirty="0"/>
              <a:t>7. Only </a:t>
            </a:r>
            <a:r>
              <a:rPr lang="de-DE" b="0" i="1" dirty="0" err="1"/>
              <a:t>then</a:t>
            </a:r>
            <a:r>
              <a:rPr lang="de-DE" b="0" i="1" dirty="0"/>
              <a:t> </a:t>
            </a:r>
            <a:r>
              <a:rPr lang="de-DE" b="0" i="1" dirty="0" err="1"/>
              <a:t>consider</a:t>
            </a:r>
            <a:r>
              <a:rPr lang="de-DE" b="0" i="1" dirty="0"/>
              <a:t> the </a:t>
            </a:r>
            <a:r>
              <a:rPr lang="de-DE" b="0" i="1" dirty="0" err="1"/>
              <a:t>refactor</a:t>
            </a:r>
            <a:r>
              <a:rPr lang="de-DE" b="0" i="1" dirty="0"/>
              <a:t> </a:t>
            </a:r>
            <a:r>
              <a:rPr lang="de-DE" b="0" i="1" dirty="0" err="1"/>
              <a:t>complete</a:t>
            </a:r>
            <a:r>
              <a:rPr lang="de-DE" b="0" i="1" dirty="0"/>
              <a:t> and release-</a:t>
            </a:r>
            <a:r>
              <a:rPr lang="de-DE" b="0" i="1" dirty="0" err="1"/>
              <a:t>ready</a:t>
            </a:r>
            <a:r>
              <a:rPr lang="de-DE" b="0" i="1" dirty="0"/>
              <a:t>.</a:t>
            </a:r>
          </a:p>
          <a:p>
            <a:endParaRPr lang="de-DE" dirty="0"/>
          </a:p>
          <a:p>
            <a:pPr>
              <a:buFont typeface="Wingdings" panose="05000000000000000000" pitchFamily="2" charset="2"/>
              <a:buChar char="à"/>
            </a:pPr>
            <a:r>
              <a:rPr lang="de-DE" dirty="0">
                <a:sym typeface="Wingdings" panose="05000000000000000000" pitchFamily="2" charset="2"/>
              </a:rPr>
              <a:t>Im Prinzip ja, aber es fehlt die komplette (Test-)Infrastruktur.</a:t>
            </a:r>
          </a:p>
        </p:txBody>
      </p:sp>
      <p:sp>
        <p:nvSpPr>
          <p:cNvPr id="4" name="Datumsplatzhalter 3">
            <a:extLst>
              <a:ext uri="{FF2B5EF4-FFF2-40B4-BE49-F238E27FC236}">
                <a16:creationId xmlns:a16="http://schemas.microsoft.com/office/drawing/2014/main" id="{3F43A8AF-EC6A-A1C2-885D-3A9927ED027D}"/>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04754576-3A8F-7A5A-603F-1FDCDF96278A}"/>
              </a:ext>
            </a:extLst>
          </p:cNvPr>
          <p:cNvSpPr>
            <a:spLocks noGrp="1"/>
          </p:cNvSpPr>
          <p:nvPr>
            <p:ph type="title"/>
          </p:nvPr>
        </p:nvSpPr>
        <p:spPr/>
        <p:txBody>
          <a:bodyPr/>
          <a:lstStyle/>
          <a:p>
            <a:r>
              <a:rPr lang="de-DE" dirty="0"/>
              <a:t>Was sagt AI zu dem Plan?</a:t>
            </a:r>
          </a:p>
        </p:txBody>
      </p:sp>
      <p:sp>
        <p:nvSpPr>
          <p:cNvPr id="6" name="Foliennummernplatzhalter 5">
            <a:extLst>
              <a:ext uri="{FF2B5EF4-FFF2-40B4-BE49-F238E27FC236}">
                <a16:creationId xmlns:a16="http://schemas.microsoft.com/office/drawing/2014/main" id="{772665CE-BBE2-01C5-8FDA-AC89D0435BD9}"/>
              </a:ext>
            </a:extLst>
          </p:cNvPr>
          <p:cNvSpPr>
            <a:spLocks noGrp="1"/>
          </p:cNvSpPr>
          <p:nvPr>
            <p:ph type="sldNum" sz="quarter" idx="4"/>
          </p:nvPr>
        </p:nvSpPr>
        <p:spPr/>
        <p:txBody>
          <a:bodyPr/>
          <a:lstStyle/>
          <a:p>
            <a:fld id="{369A084B-84B6-4F15-B0F5-CCDC4176846B}" type="slidenum">
              <a:rPr lang="de-DE" smtClean="0"/>
              <a:pPr/>
              <a:t>10</a:t>
            </a:fld>
            <a:endParaRPr lang="de-DE" dirty="0"/>
          </a:p>
        </p:txBody>
      </p:sp>
    </p:spTree>
    <p:extLst>
      <p:ext uri="{BB962C8B-B14F-4D97-AF65-F5344CB8AC3E}">
        <p14:creationId xmlns:p14="http://schemas.microsoft.com/office/powerpoint/2010/main" val="1654833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582F4187-39EA-6FD8-127F-9F98014D06B5}"/>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FDE873F5-F9C8-4EBE-734D-93314AF124D8}"/>
              </a:ext>
            </a:extLst>
          </p:cNvPr>
          <p:cNvSpPr>
            <a:spLocks noGrp="1"/>
          </p:cNvSpPr>
          <p:nvPr>
            <p:ph idx="1"/>
          </p:nvPr>
        </p:nvSpPr>
        <p:spPr/>
        <p:txBody>
          <a:bodyPr/>
          <a:lstStyle/>
          <a:p>
            <a:r>
              <a:rPr lang="de-DE" dirty="0"/>
              <a:t>Copilot und ich kommen zur gleichen Grundidee</a:t>
            </a:r>
          </a:p>
          <a:p>
            <a:pPr lvl="1"/>
            <a:r>
              <a:rPr lang="de-DE" dirty="0"/>
              <a:t>Coding auf dem Smart (=Windows) Laptop</a:t>
            </a:r>
          </a:p>
          <a:p>
            <a:pPr lvl="1"/>
            <a:r>
              <a:rPr lang="de-DE" dirty="0" err="1"/>
              <a:t>Unittesting</a:t>
            </a:r>
            <a:r>
              <a:rPr lang="de-DE" dirty="0"/>
              <a:t> (Python) auf Smart Laptop</a:t>
            </a:r>
          </a:p>
          <a:p>
            <a:pPr lvl="1"/>
            <a:r>
              <a:rPr lang="de-DE" dirty="0"/>
              <a:t>Integration und Hardware-</a:t>
            </a:r>
            <a:r>
              <a:rPr lang="de-DE" dirty="0" err="1"/>
              <a:t>Testing</a:t>
            </a:r>
            <a:r>
              <a:rPr lang="de-DE" dirty="0"/>
              <a:t> auf Ziel-OS (Linux)</a:t>
            </a:r>
          </a:p>
          <a:p>
            <a:pPr lvl="1"/>
            <a:r>
              <a:rPr lang="de-DE" dirty="0"/>
              <a:t>STM32 </a:t>
            </a:r>
            <a:r>
              <a:rPr lang="de-DE" dirty="0" err="1"/>
              <a:t>Build</a:t>
            </a:r>
            <a:r>
              <a:rPr lang="de-DE" dirty="0"/>
              <a:t> und </a:t>
            </a:r>
            <a:r>
              <a:rPr lang="de-DE" dirty="0" err="1"/>
              <a:t>Testing</a:t>
            </a:r>
            <a:r>
              <a:rPr lang="de-DE" dirty="0"/>
              <a:t> auf Linux via </a:t>
            </a:r>
            <a:r>
              <a:rPr lang="de-DE" dirty="0" err="1"/>
              <a:t>ssh</a:t>
            </a:r>
            <a:endParaRPr lang="de-DE" dirty="0"/>
          </a:p>
          <a:p>
            <a:r>
              <a:rPr lang="de-DE" dirty="0"/>
              <a:t>HIL</a:t>
            </a:r>
          </a:p>
          <a:p>
            <a:pPr lvl="1"/>
            <a:r>
              <a:rPr lang="de-DE" dirty="0" err="1"/>
              <a:t>Sideprojectcounter</a:t>
            </a:r>
            <a:r>
              <a:rPr lang="de-DE" dirty="0"/>
              <a:t> ++</a:t>
            </a:r>
          </a:p>
          <a:p>
            <a:pPr lvl="1"/>
            <a:r>
              <a:rPr lang="de-DE" dirty="0"/>
              <a:t>Henne-Ei: Ich brauche ein automatisches Messsystem um ein automatisches Messystem zu bauen.</a:t>
            </a:r>
          </a:p>
          <a:p>
            <a:pPr lvl="1"/>
            <a:r>
              <a:rPr lang="de-DE" dirty="0"/>
              <a:t>Vereinfachung / Spezialisierung: Es reichen wenige umschaltbare Stimulatoren, Messen ist (erstmal) nicht erforderlich</a:t>
            </a:r>
          </a:p>
          <a:p>
            <a:pPr lvl="1"/>
            <a:r>
              <a:rPr lang="de-DE" dirty="0"/>
              <a:t>Widerstand: 5 Werte (unterhalb Messbereich, Messbereich unten, </a:t>
            </a:r>
            <a:r>
              <a:rPr lang="de-DE" dirty="0" err="1"/>
              <a:t>mitte</a:t>
            </a:r>
            <a:r>
              <a:rPr lang="de-DE" dirty="0"/>
              <a:t>, oben, Oberhalb </a:t>
            </a:r>
            <a:r>
              <a:rPr lang="de-DE" dirty="0" err="1"/>
              <a:t>messbereich</a:t>
            </a:r>
            <a:r>
              <a:rPr lang="de-DE" dirty="0"/>
              <a:t>)</a:t>
            </a:r>
          </a:p>
          <a:p>
            <a:pPr lvl="2"/>
            <a:r>
              <a:rPr lang="de-DE" dirty="0"/>
              <a:t>Arduino, GPIOs + Relais</a:t>
            </a:r>
          </a:p>
          <a:p>
            <a:pPr lvl="1"/>
            <a:r>
              <a:rPr lang="de-DE" dirty="0"/>
              <a:t>Spannung: 0..5V</a:t>
            </a:r>
          </a:p>
          <a:p>
            <a:pPr lvl="2"/>
            <a:r>
              <a:rPr lang="de-DE" dirty="0"/>
              <a:t>Arduino, PWM + Filter</a:t>
            </a:r>
          </a:p>
          <a:p>
            <a:pPr lvl="1"/>
            <a:r>
              <a:rPr lang="de-DE" dirty="0"/>
              <a:t>Pulse: 0 .. 100Hz (?)</a:t>
            </a:r>
          </a:p>
          <a:p>
            <a:pPr lvl="2"/>
            <a:r>
              <a:rPr lang="de-DE" dirty="0"/>
              <a:t>Arduino, GPIO</a:t>
            </a:r>
          </a:p>
        </p:txBody>
      </p:sp>
      <p:sp>
        <p:nvSpPr>
          <p:cNvPr id="4" name="Datumsplatzhalter 3">
            <a:extLst>
              <a:ext uri="{FF2B5EF4-FFF2-40B4-BE49-F238E27FC236}">
                <a16:creationId xmlns:a16="http://schemas.microsoft.com/office/drawing/2014/main" id="{88889C18-D762-6CDB-0723-91C39817A7E5}"/>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4DF329AD-568E-FF6D-9B61-016C867FC6B8}"/>
              </a:ext>
            </a:extLst>
          </p:cNvPr>
          <p:cNvSpPr>
            <a:spLocks noGrp="1"/>
          </p:cNvSpPr>
          <p:nvPr>
            <p:ph type="title"/>
          </p:nvPr>
        </p:nvSpPr>
        <p:spPr/>
        <p:txBody>
          <a:bodyPr/>
          <a:lstStyle/>
          <a:p>
            <a:r>
              <a:rPr lang="de-DE" dirty="0"/>
              <a:t>Infrastruktur</a:t>
            </a:r>
          </a:p>
        </p:txBody>
      </p:sp>
      <p:sp>
        <p:nvSpPr>
          <p:cNvPr id="6" name="Foliennummernplatzhalter 5">
            <a:extLst>
              <a:ext uri="{FF2B5EF4-FFF2-40B4-BE49-F238E27FC236}">
                <a16:creationId xmlns:a16="http://schemas.microsoft.com/office/drawing/2014/main" id="{5FD3AEDC-04B2-DB6A-49E4-9ADB23BFFDAD}"/>
              </a:ext>
            </a:extLst>
          </p:cNvPr>
          <p:cNvSpPr>
            <a:spLocks noGrp="1"/>
          </p:cNvSpPr>
          <p:nvPr>
            <p:ph type="sldNum" sz="quarter" idx="4"/>
          </p:nvPr>
        </p:nvSpPr>
        <p:spPr/>
        <p:txBody>
          <a:bodyPr/>
          <a:lstStyle/>
          <a:p>
            <a:fld id="{369A084B-84B6-4F15-B0F5-CCDC4176846B}" type="slidenum">
              <a:rPr lang="de-DE" smtClean="0"/>
              <a:pPr/>
              <a:t>11</a:t>
            </a:fld>
            <a:endParaRPr lang="de-DE" dirty="0"/>
          </a:p>
        </p:txBody>
      </p:sp>
    </p:spTree>
    <p:extLst>
      <p:ext uri="{BB962C8B-B14F-4D97-AF65-F5344CB8AC3E}">
        <p14:creationId xmlns:p14="http://schemas.microsoft.com/office/powerpoint/2010/main" val="28426697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76007485-20F6-7A0D-7B2E-515EF8D4E03B}"/>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FE8EB500-2FD0-B20D-3D5F-E6A0993E3642}"/>
              </a:ext>
            </a:extLst>
          </p:cNvPr>
          <p:cNvSpPr>
            <a:spLocks noGrp="1"/>
          </p:cNvSpPr>
          <p:nvPr>
            <p:ph idx="1"/>
          </p:nvPr>
        </p:nvSpPr>
        <p:spPr/>
        <p:txBody>
          <a:bodyPr/>
          <a:lstStyle/>
          <a:p>
            <a:r>
              <a:rPr lang="de-DE" dirty="0"/>
              <a:t>Copilot hats dokumentiert</a:t>
            </a:r>
          </a:p>
          <a:p>
            <a:r>
              <a:rPr lang="de-DE" dirty="0"/>
              <a:t>Copilot hat einen Umsetzungsplan gemacht.</a:t>
            </a:r>
            <a:br>
              <a:rPr lang="de-DE" dirty="0"/>
            </a:br>
            <a:r>
              <a:rPr lang="de-DE" dirty="0" err="1"/>
              <a:t>Delivery</a:t>
            </a:r>
            <a:r>
              <a:rPr lang="de-DE" dirty="0"/>
              <a:t>: Anfang Februar.</a:t>
            </a:r>
          </a:p>
          <a:p>
            <a:r>
              <a:rPr lang="de-DE" dirty="0"/>
              <a:t>Plan ist sehr </a:t>
            </a:r>
            <a:r>
              <a:rPr lang="de-DE" dirty="0" err="1"/>
              <a:t>detailiert</a:t>
            </a:r>
            <a:r>
              <a:rPr lang="de-DE" dirty="0"/>
              <a:t> in Bezug auf Systemarchitektur</a:t>
            </a:r>
          </a:p>
          <a:p>
            <a:r>
              <a:rPr lang="de-DE" dirty="0"/>
              <a:t>Copilot meint, mit TDD dauert die Entwicklung bis Mitte April.</a:t>
            </a:r>
          </a:p>
          <a:p>
            <a:endParaRPr lang="de-DE" dirty="0"/>
          </a:p>
          <a:p>
            <a:endParaRPr lang="de-DE" dirty="0"/>
          </a:p>
          <a:p>
            <a:r>
              <a:rPr lang="de-DE" dirty="0"/>
              <a:t>Parallel dazu: Raspberry Pi 1 ist echt Langsam!</a:t>
            </a:r>
          </a:p>
        </p:txBody>
      </p:sp>
      <p:sp>
        <p:nvSpPr>
          <p:cNvPr id="4" name="Datumsplatzhalter 3">
            <a:extLst>
              <a:ext uri="{FF2B5EF4-FFF2-40B4-BE49-F238E27FC236}">
                <a16:creationId xmlns:a16="http://schemas.microsoft.com/office/drawing/2014/main" id="{83455653-B156-EFCF-9A48-07333D2977F1}"/>
              </a:ext>
            </a:extLst>
          </p:cNvPr>
          <p:cNvSpPr>
            <a:spLocks noGrp="1"/>
          </p:cNvSpPr>
          <p:nvPr>
            <p:ph type="dt" sz="half" idx="2"/>
          </p:nvPr>
        </p:nvSpPr>
        <p:spPr/>
        <p:txBody>
          <a:bodyPr/>
          <a:lstStyle/>
          <a:p>
            <a:fld id="{A4055450-52AE-4C8B-9714-2843C81CF833}" type="datetime1">
              <a:rPr lang="de-DE" smtClean="0"/>
              <a:t>22.08.2026</a:t>
            </a:fld>
            <a:endParaRPr lang="de-DE" dirty="0"/>
          </a:p>
        </p:txBody>
      </p:sp>
      <p:sp>
        <p:nvSpPr>
          <p:cNvPr id="5" name="Titel 4">
            <a:extLst>
              <a:ext uri="{FF2B5EF4-FFF2-40B4-BE49-F238E27FC236}">
                <a16:creationId xmlns:a16="http://schemas.microsoft.com/office/drawing/2014/main" id="{0A5A753E-1E21-28CE-E8F7-71DEB2A1EBE6}"/>
              </a:ext>
            </a:extLst>
          </p:cNvPr>
          <p:cNvSpPr>
            <a:spLocks noGrp="1"/>
          </p:cNvSpPr>
          <p:nvPr>
            <p:ph type="title"/>
          </p:nvPr>
        </p:nvSpPr>
        <p:spPr/>
        <p:txBody>
          <a:bodyPr/>
          <a:lstStyle/>
          <a:p>
            <a:r>
              <a:rPr lang="de-DE" dirty="0"/>
              <a:t>Architektur / Projektplan</a:t>
            </a:r>
          </a:p>
        </p:txBody>
      </p:sp>
      <p:sp>
        <p:nvSpPr>
          <p:cNvPr id="6" name="Foliennummernplatzhalter 5">
            <a:extLst>
              <a:ext uri="{FF2B5EF4-FFF2-40B4-BE49-F238E27FC236}">
                <a16:creationId xmlns:a16="http://schemas.microsoft.com/office/drawing/2014/main" id="{5EF5E53E-F017-535F-6DF6-620C34E3B7ED}"/>
              </a:ext>
            </a:extLst>
          </p:cNvPr>
          <p:cNvSpPr>
            <a:spLocks noGrp="1"/>
          </p:cNvSpPr>
          <p:nvPr>
            <p:ph type="sldNum" sz="quarter" idx="4"/>
          </p:nvPr>
        </p:nvSpPr>
        <p:spPr/>
        <p:txBody>
          <a:bodyPr/>
          <a:lstStyle/>
          <a:p>
            <a:fld id="{369A084B-84B6-4F15-B0F5-CCDC4176846B}" type="slidenum">
              <a:rPr lang="de-DE" smtClean="0"/>
              <a:pPr/>
              <a:t>12</a:t>
            </a:fld>
            <a:endParaRPr lang="de-DE" dirty="0"/>
          </a:p>
        </p:txBody>
      </p:sp>
    </p:spTree>
    <p:extLst>
      <p:ext uri="{BB962C8B-B14F-4D97-AF65-F5344CB8AC3E}">
        <p14:creationId xmlns:p14="http://schemas.microsoft.com/office/powerpoint/2010/main" val="7075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2879CD04-EA33-FA8C-BF4F-1A08D0B995B0}"/>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4A822F27-4A72-7EC7-7E50-3095F5AEC464}"/>
              </a:ext>
            </a:extLst>
          </p:cNvPr>
          <p:cNvSpPr>
            <a:spLocks noGrp="1"/>
          </p:cNvSpPr>
          <p:nvPr>
            <p:ph idx="1"/>
          </p:nvPr>
        </p:nvSpPr>
        <p:spPr/>
        <p:txBody>
          <a:bodyPr/>
          <a:lstStyle/>
          <a:p>
            <a:r>
              <a:rPr lang="de-DE" dirty="0"/>
              <a:t>Der Plan von Copilot ist mir zu langsam.</a:t>
            </a:r>
          </a:p>
          <a:p>
            <a:r>
              <a:rPr lang="de-DE" dirty="0"/>
              <a:t>Ich möchte:</a:t>
            </a:r>
          </a:p>
          <a:p>
            <a:pPr lvl="1">
              <a:buFont typeface="+mj-lt"/>
              <a:buAutoNum type="arabicPeriod"/>
            </a:pPr>
            <a:r>
              <a:rPr lang="de-DE" dirty="0"/>
              <a:t>Dev- und Testumgebung aufsetzen</a:t>
            </a:r>
          </a:p>
          <a:p>
            <a:pPr lvl="1">
              <a:buFont typeface="+mj-lt"/>
              <a:buAutoNum type="arabicPeriod"/>
            </a:pPr>
            <a:r>
              <a:rPr lang="de-DE" dirty="0"/>
              <a:t>Überprüfen, ob der aktuelle Stand funktioniert (Hat er ja bereits, IIRC)</a:t>
            </a:r>
          </a:p>
          <a:p>
            <a:pPr lvl="1">
              <a:buFont typeface="+mj-lt"/>
              <a:buAutoNum type="arabicPeriod"/>
            </a:pPr>
            <a:r>
              <a:rPr lang="de-DE" dirty="0"/>
              <a:t>Inkrementell ändern</a:t>
            </a:r>
          </a:p>
          <a:p>
            <a:pPr lvl="1">
              <a:buFont typeface="+mj-lt"/>
              <a:buAutoNum type="arabicPeriod"/>
            </a:pPr>
            <a:r>
              <a:rPr lang="de-DE" dirty="0"/>
              <a:t>Agil: Ich kenne im Vorfeld noch nicht alle Anforderungen ausreichend genau</a:t>
            </a:r>
          </a:p>
          <a:p>
            <a:r>
              <a:rPr lang="de-DE" dirty="0"/>
              <a:t>Copilot hat den Plan angepasst. Agil und Test-First. Zieldatum: Anfang Februar</a:t>
            </a:r>
          </a:p>
          <a:p>
            <a:r>
              <a:rPr lang="de-DE" dirty="0"/>
              <a:t>Copilot hatte das SUT nicht klar definiert. Systemgrenzen teilweise unscharf. Hängt sich sehr an Fachbegriffen (DUT, SUT) auf</a:t>
            </a:r>
          </a:p>
        </p:txBody>
      </p:sp>
      <p:sp>
        <p:nvSpPr>
          <p:cNvPr id="4" name="Datumsplatzhalter 3">
            <a:extLst>
              <a:ext uri="{FF2B5EF4-FFF2-40B4-BE49-F238E27FC236}">
                <a16:creationId xmlns:a16="http://schemas.microsoft.com/office/drawing/2014/main" id="{ABA9BE80-E56B-2F9F-E7B2-18A758D9DAF8}"/>
              </a:ext>
            </a:extLst>
          </p:cNvPr>
          <p:cNvSpPr>
            <a:spLocks noGrp="1"/>
          </p:cNvSpPr>
          <p:nvPr>
            <p:ph type="dt" sz="half" idx="2"/>
          </p:nvPr>
        </p:nvSpPr>
        <p:spPr/>
        <p:txBody>
          <a:bodyPr/>
          <a:lstStyle/>
          <a:p>
            <a:fld id="{A4055450-52AE-4C8B-9714-2843C81CF833}" type="datetime1">
              <a:rPr lang="de-DE" smtClean="0"/>
              <a:t>22.08.2026</a:t>
            </a:fld>
            <a:endParaRPr lang="de-DE" dirty="0"/>
          </a:p>
        </p:txBody>
      </p:sp>
      <p:sp>
        <p:nvSpPr>
          <p:cNvPr id="5" name="Titel 4">
            <a:extLst>
              <a:ext uri="{FF2B5EF4-FFF2-40B4-BE49-F238E27FC236}">
                <a16:creationId xmlns:a16="http://schemas.microsoft.com/office/drawing/2014/main" id="{623065D2-CFC1-25C8-5D14-C070411C86D1}"/>
              </a:ext>
            </a:extLst>
          </p:cNvPr>
          <p:cNvSpPr>
            <a:spLocks noGrp="1"/>
          </p:cNvSpPr>
          <p:nvPr>
            <p:ph type="title"/>
          </p:nvPr>
        </p:nvSpPr>
        <p:spPr/>
        <p:txBody>
          <a:bodyPr/>
          <a:lstStyle/>
          <a:p>
            <a:r>
              <a:rPr lang="de-DE" dirty="0"/>
              <a:t>Neuer Tag, neuer Code</a:t>
            </a:r>
          </a:p>
        </p:txBody>
      </p:sp>
      <p:sp>
        <p:nvSpPr>
          <p:cNvPr id="6" name="Foliennummernplatzhalter 5">
            <a:extLst>
              <a:ext uri="{FF2B5EF4-FFF2-40B4-BE49-F238E27FC236}">
                <a16:creationId xmlns:a16="http://schemas.microsoft.com/office/drawing/2014/main" id="{476D4191-F9BF-7612-359F-AA1E9AE8368B}"/>
              </a:ext>
            </a:extLst>
          </p:cNvPr>
          <p:cNvSpPr>
            <a:spLocks noGrp="1"/>
          </p:cNvSpPr>
          <p:nvPr>
            <p:ph type="sldNum" sz="quarter" idx="4"/>
          </p:nvPr>
        </p:nvSpPr>
        <p:spPr/>
        <p:txBody>
          <a:bodyPr/>
          <a:lstStyle/>
          <a:p>
            <a:fld id="{369A084B-84B6-4F15-B0F5-CCDC4176846B}" type="slidenum">
              <a:rPr lang="de-DE" smtClean="0"/>
              <a:pPr/>
              <a:t>13</a:t>
            </a:fld>
            <a:endParaRPr lang="de-DE" dirty="0"/>
          </a:p>
        </p:txBody>
      </p:sp>
    </p:spTree>
    <p:extLst>
      <p:ext uri="{BB962C8B-B14F-4D97-AF65-F5344CB8AC3E}">
        <p14:creationId xmlns:p14="http://schemas.microsoft.com/office/powerpoint/2010/main" val="29150337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664E0BCD-D25A-187A-D672-32A383EB414F}"/>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EF0D723A-2BB6-26BF-BB38-92521176C762}"/>
              </a:ext>
            </a:extLst>
          </p:cNvPr>
          <p:cNvSpPr>
            <a:spLocks noGrp="1"/>
          </p:cNvSpPr>
          <p:nvPr>
            <p:ph idx="1"/>
          </p:nvPr>
        </p:nvSpPr>
        <p:spPr/>
        <p:txBody>
          <a:bodyPr/>
          <a:lstStyle/>
          <a:p>
            <a:r>
              <a:rPr lang="de-DE" dirty="0"/>
              <a:t>Definition von Protokoll und Architektur besteht bereits.</a:t>
            </a:r>
          </a:p>
          <a:p>
            <a:r>
              <a:rPr lang="de-DE" dirty="0"/>
              <a:t>Raspberry </a:t>
            </a:r>
            <a:r>
              <a:rPr lang="de-DE" dirty="0" err="1"/>
              <a:t>pi</a:t>
            </a:r>
            <a:r>
              <a:rPr lang="de-DE" dirty="0"/>
              <a:t> 1 als Test/</a:t>
            </a:r>
            <a:r>
              <a:rPr lang="de-DE" dirty="0" err="1"/>
              <a:t>Buildstation</a:t>
            </a:r>
            <a:r>
              <a:rPr lang="de-DE" dirty="0"/>
              <a:t> aufsetzen</a:t>
            </a:r>
          </a:p>
          <a:p>
            <a:pPr lvl="1"/>
            <a:r>
              <a:rPr lang="de-DE" dirty="0" err="1"/>
              <a:t>Immernoch</a:t>
            </a:r>
            <a:r>
              <a:rPr lang="de-DE" dirty="0"/>
              <a:t> Langsam. Zumindest </a:t>
            </a:r>
            <a:r>
              <a:rPr lang="de-DE" dirty="0" err="1"/>
              <a:t>boot</a:t>
            </a:r>
            <a:r>
              <a:rPr lang="de-DE" dirty="0"/>
              <a:t> und </a:t>
            </a:r>
            <a:r>
              <a:rPr lang="de-DE" dirty="0" err="1"/>
              <a:t>desktop</a:t>
            </a:r>
            <a:r>
              <a:rPr lang="de-DE" dirty="0"/>
              <a:t>.</a:t>
            </a:r>
          </a:p>
          <a:p>
            <a:pPr lvl="1"/>
            <a:r>
              <a:rPr lang="de-DE" dirty="0"/>
              <a:t>Mal schauen, ob alles per SSH geht.</a:t>
            </a:r>
          </a:p>
          <a:p>
            <a:pPr lvl="1"/>
            <a:r>
              <a:rPr lang="de-DE" dirty="0"/>
              <a:t>2h Arbeit um </a:t>
            </a:r>
            <a:r>
              <a:rPr lang="de-DE" dirty="0" err="1"/>
              <a:t>bootzeit</a:t>
            </a:r>
            <a:r>
              <a:rPr lang="de-DE" dirty="0"/>
              <a:t> von 2 ½ </a:t>
            </a:r>
            <a:r>
              <a:rPr lang="de-DE" dirty="0" err="1"/>
              <a:t>minuten</a:t>
            </a:r>
            <a:r>
              <a:rPr lang="de-DE" dirty="0"/>
              <a:t> auf 1 ½ </a:t>
            </a:r>
            <a:r>
              <a:rPr lang="de-DE" dirty="0" err="1"/>
              <a:t>minuten</a:t>
            </a:r>
            <a:r>
              <a:rPr lang="de-DE" dirty="0"/>
              <a:t> zu reduzieren. ChatGPT dreht sich am Ende im Kreis.</a:t>
            </a:r>
          </a:p>
          <a:p>
            <a:r>
              <a:rPr lang="de-DE" dirty="0"/>
              <a:t>Hinweis Copilot: 8GB SD Karte ist nicht wirklich geeignet für Docker, </a:t>
            </a:r>
            <a:r>
              <a:rPr lang="de-DE" dirty="0" err="1"/>
              <a:t>compiler</a:t>
            </a:r>
            <a:r>
              <a:rPr lang="de-DE" dirty="0"/>
              <a:t>, </a:t>
            </a:r>
            <a:r>
              <a:rPr lang="de-DE" dirty="0" err="1"/>
              <a:t>toolchains</a:t>
            </a:r>
            <a:r>
              <a:rPr lang="de-DE" dirty="0"/>
              <a:t>, </a:t>
            </a:r>
            <a:r>
              <a:rPr lang="de-DE" dirty="0" err="1"/>
              <a:t>build</a:t>
            </a:r>
            <a:r>
              <a:rPr lang="de-DE" dirty="0"/>
              <a:t> </a:t>
            </a:r>
            <a:r>
              <a:rPr lang="de-DE" dirty="0" err="1"/>
              <a:t>dirs</a:t>
            </a:r>
            <a:r>
              <a:rPr lang="de-DE" dirty="0"/>
              <a:t>, </a:t>
            </a:r>
            <a:r>
              <a:rPr lang="de-DE" dirty="0" err="1"/>
              <a:t>test</a:t>
            </a:r>
            <a:r>
              <a:rPr lang="de-DE" dirty="0"/>
              <a:t> </a:t>
            </a:r>
            <a:r>
              <a:rPr lang="de-DE" dirty="0" err="1"/>
              <a:t>artifacts</a:t>
            </a:r>
            <a:r>
              <a:rPr lang="de-DE" dirty="0"/>
              <a:t>, etc.</a:t>
            </a:r>
          </a:p>
          <a:p>
            <a:r>
              <a:rPr lang="de-DE" dirty="0"/>
              <a:t>Guter Hinweis ChatGPT: GDB zum </a:t>
            </a:r>
            <a:r>
              <a:rPr lang="de-DE" dirty="0" err="1"/>
              <a:t>Flashen</a:t>
            </a:r>
            <a:r>
              <a:rPr lang="de-DE" dirty="0"/>
              <a:t> wird im </a:t>
            </a:r>
            <a:r>
              <a:rPr lang="de-DE" dirty="0" err="1"/>
              <a:t>Build</a:t>
            </a:r>
            <a:r>
              <a:rPr lang="de-DE" dirty="0"/>
              <a:t> und im Testcontainer benötigt.</a:t>
            </a:r>
          </a:p>
          <a:p>
            <a:r>
              <a:rPr lang="de-DE" dirty="0"/>
              <a:t>Guter Hinweis #2: gemeinsamer Workspace für beide Container</a:t>
            </a:r>
          </a:p>
          <a:p>
            <a:r>
              <a:rPr lang="de-DE" dirty="0"/>
              <a:t>Infrastruktur aufsetzen, Copilot als Gesprächspartner. Docker hätte sonst länger gedauert</a:t>
            </a:r>
          </a:p>
          <a:p>
            <a:endParaRPr lang="de-DE" dirty="0"/>
          </a:p>
        </p:txBody>
      </p:sp>
      <p:sp>
        <p:nvSpPr>
          <p:cNvPr id="4" name="Datumsplatzhalter 3">
            <a:extLst>
              <a:ext uri="{FF2B5EF4-FFF2-40B4-BE49-F238E27FC236}">
                <a16:creationId xmlns:a16="http://schemas.microsoft.com/office/drawing/2014/main" id="{7899A373-2727-77C5-9A1B-0A3E987B72E8}"/>
              </a:ext>
            </a:extLst>
          </p:cNvPr>
          <p:cNvSpPr>
            <a:spLocks noGrp="1"/>
          </p:cNvSpPr>
          <p:nvPr>
            <p:ph type="dt" sz="half" idx="2"/>
          </p:nvPr>
        </p:nvSpPr>
        <p:spPr/>
        <p:txBody>
          <a:bodyPr/>
          <a:lstStyle/>
          <a:p>
            <a:fld id="{A4055450-52AE-4C8B-9714-2843C81CF833}" type="datetime1">
              <a:rPr lang="de-DE" smtClean="0"/>
              <a:t>22.08.2026</a:t>
            </a:fld>
            <a:endParaRPr lang="de-DE" dirty="0"/>
          </a:p>
        </p:txBody>
      </p:sp>
      <p:sp>
        <p:nvSpPr>
          <p:cNvPr id="5" name="Titel 4">
            <a:extLst>
              <a:ext uri="{FF2B5EF4-FFF2-40B4-BE49-F238E27FC236}">
                <a16:creationId xmlns:a16="http://schemas.microsoft.com/office/drawing/2014/main" id="{D20FEA83-D63A-D9A7-283C-242054D6541A}"/>
              </a:ext>
            </a:extLst>
          </p:cNvPr>
          <p:cNvSpPr>
            <a:spLocks noGrp="1"/>
          </p:cNvSpPr>
          <p:nvPr>
            <p:ph type="title"/>
          </p:nvPr>
        </p:nvSpPr>
        <p:spPr/>
        <p:txBody>
          <a:bodyPr/>
          <a:lstStyle/>
          <a:p>
            <a:r>
              <a:rPr lang="de-DE" dirty="0" err="1"/>
              <a:t>Lets</a:t>
            </a:r>
            <a:r>
              <a:rPr lang="de-DE" dirty="0"/>
              <a:t> </a:t>
            </a:r>
            <a:r>
              <a:rPr lang="de-DE" dirty="0" err="1"/>
              <a:t>get</a:t>
            </a:r>
            <a:r>
              <a:rPr lang="de-DE" dirty="0"/>
              <a:t> </a:t>
            </a:r>
            <a:r>
              <a:rPr lang="de-DE" dirty="0" err="1"/>
              <a:t>Cracking</a:t>
            </a:r>
            <a:r>
              <a:rPr lang="de-DE" dirty="0"/>
              <a:t>!</a:t>
            </a:r>
          </a:p>
        </p:txBody>
      </p:sp>
      <p:sp>
        <p:nvSpPr>
          <p:cNvPr id="6" name="Foliennummernplatzhalter 5">
            <a:extLst>
              <a:ext uri="{FF2B5EF4-FFF2-40B4-BE49-F238E27FC236}">
                <a16:creationId xmlns:a16="http://schemas.microsoft.com/office/drawing/2014/main" id="{3CDF8F31-1953-4C91-C4C8-CFE338AAB249}"/>
              </a:ext>
            </a:extLst>
          </p:cNvPr>
          <p:cNvSpPr>
            <a:spLocks noGrp="1"/>
          </p:cNvSpPr>
          <p:nvPr>
            <p:ph type="sldNum" sz="quarter" idx="4"/>
          </p:nvPr>
        </p:nvSpPr>
        <p:spPr/>
        <p:txBody>
          <a:bodyPr/>
          <a:lstStyle/>
          <a:p>
            <a:fld id="{369A084B-84B6-4F15-B0F5-CCDC4176846B}" type="slidenum">
              <a:rPr lang="de-DE" smtClean="0"/>
              <a:pPr/>
              <a:t>14</a:t>
            </a:fld>
            <a:endParaRPr lang="de-DE" dirty="0"/>
          </a:p>
        </p:txBody>
      </p:sp>
    </p:spTree>
    <p:extLst>
      <p:ext uri="{BB962C8B-B14F-4D97-AF65-F5344CB8AC3E}">
        <p14:creationId xmlns:p14="http://schemas.microsoft.com/office/powerpoint/2010/main" val="2480507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FE93C4BA-CB14-6D36-AB9B-CF0E543ED137}"/>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F94596A2-4A77-5494-83AA-AAFE289FB0BD}"/>
              </a:ext>
            </a:extLst>
          </p:cNvPr>
          <p:cNvSpPr>
            <a:spLocks noGrp="1"/>
          </p:cNvSpPr>
          <p:nvPr>
            <p:ph idx="1"/>
          </p:nvPr>
        </p:nvSpPr>
        <p:spPr/>
        <p:txBody>
          <a:bodyPr/>
          <a:lstStyle/>
          <a:p>
            <a:r>
              <a:rPr lang="de-DE" dirty="0" err="1"/>
              <a:t>Grundfunction</a:t>
            </a:r>
            <a:r>
              <a:rPr lang="de-DE" dirty="0"/>
              <a:t> Testframework:	</a:t>
            </a:r>
          </a:p>
          <a:p>
            <a:pPr lvl="1"/>
            <a:r>
              <a:rPr lang="de-DE" dirty="0"/>
              <a:t>Pass</a:t>
            </a:r>
          </a:p>
          <a:p>
            <a:r>
              <a:rPr lang="de-DE" dirty="0"/>
              <a:t>Erreichbarkeit </a:t>
            </a:r>
            <a:r>
              <a:rPr lang="de-DE" dirty="0" err="1"/>
              <a:t>pcberry</a:t>
            </a:r>
            <a:r>
              <a:rPr lang="de-DE" dirty="0"/>
              <a:t> von </a:t>
            </a:r>
            <a:r>
              <a:rPr lang="de-DE" dirty="0" err="1"/>
              <a:t>Testberry</a:t>
            </a:r>
            <a:r>
              <a:rPr lang="de-DE" dirty="0"/>
              <a:t> (aus dem Container heraus)</a:t>
            </a:r>
          </a:p>
          <a:p>
            <a:pPr lvl="1"/>
            <a:r>
              <a:rPr lang="de-DE" dirty="0"/>
              <a:t>Schwierig, da Container </a:t>
            </a:r>
            <a:r>
              <a:rPr lang="de-DE" dirty="0" err="1"/>
              <a:t>nichtmal</a:t>
            </a:r>
            <a:r>
              <a:rPr lang="de-DE" dirty="0"/>
              <a:t> Funktionen wie „ping“ kennt.</a:t>
            </a:r>
          </a:p>
          <a:p>
            <a:pPr lvl="1"/>
            <a:r>
              <a:rPr lang="de-DE" dirty="0"/>
              <a:t>AI hilft bei der Installation.</a:t>
            </a:r>
          </a:p>
          <a:p>
            <a:pPr lvl="1"/>
            <a:r>
              <a:rPr lang="de-DE" dirty="0" err="1"/>
              <a:t>VSCode</a:t>
            </a:r>
            <a:r>
              <a:rPr lang="de-DE" dirty="0"/>
              <a:t> remote </a:t>
            </a:r>
            <a:r>
              <a:rPr lang="de-DE" dirty="0" err="1"/>
              <a:t>debugging</a:t>
            </a:r>
            <a:r>
              <a:rPr lang="de-DE" dirty="0"/>
              <a:t> via SSH läuft auf dem </a:t>
            </a:r>
            <a:r>
              <a:rPr lang="de-DE" dirty="0" err="1"/>
              <a:t>testberry</a:t>
            </a:r>
            <a:r>
              <a:rPr lang="de-DE" dirty="0"/>
              <a:t> nicht, da veraltetes 32bit </a:t>
            </a:r>
            <a:r>
              <a:rPr lang="de-DE" dirty="0" err="1"/>
              <a:t>system</a:t>
            </a:r>
            <a:endParaRPr lang="de-DE" dirty="0"/>
          </a:p>
          <a:p>
            <a:pPr marL="0" indent="0">
              <a:buNone/>
            </a:pPr>
            <a:endParaRPr lang="de-DE" dirty="0"/>
          </a:p>
        </p:txBody>
      </p:sp>
      <p:sp>
        <p:nvSpPr>
          <p:cNvPr id="4" name="Datumsplatzhalter 3">
            <a:extLst>
              <a:ext uri="{FF2B5EF4-FFF2-40B4-BE49-F238E27FC236}">
                <a16:creationId xmlns:a16="http://schemas.microsoft.com/office/drawing/2014/main" id="{BD21C0EE-BAF8-963D-8E54-4160B90E1D23}"/>
              </a:ext>
            </a:extLst>
          </p:cNvPr>
          <p:cNvSpPr>
            <a:spLocks noGrp="1"/>
          </p:cNvSpPr>
          <p:nvPr>
            <p:ph type="dt" sz="half" idx="2"/>
          </p:nvPr>
        </p:nvSpPr>
        <p:spPr/>
        <p:txBody>
          <a:bodyPr/>
          <a:lstStyle/>
          <a:p>
            <a:fld id="{A4055450-52AE-4C8B-9714-2843C81CF833}" type="datetime1">
              <a:rPr lang="de-DE" smtClean="0"/>
              <a:t>02.09.2026</a:t>
            </a:fld>
            <a:endParaRPr lang="de-DE" dirty="0"/>
          </a:p>
        </p:txBody>
      </p:sp>
      <p:sp>
        <p:nvSpPr>
          <p:cNvPr id="5" name="Titel 4">
            <a:extLst>
              <a:ext uri="{FF2B5EF4-FFF2-40B4-BE49-F238E27FC236}">
                <a16:creationId xmlns:a16="http://schemas.microsoft.com/office/drawing/2014/main" id="{83EE6B2B-D56E-A021-E58F-AAF335F4BB26}"/>
              </a:ext>
            </a:extLst>
          </p:cNvPr>
          <p:cNvSpPr>
            <a:spLocks noGrp="1"/>
          </p:cNvSpPr>
          <p:nvPr>
            <p:ph type="title"/>
          </p:nvPr>
        </p:nvSpPr>
        <p:spPr/>
        <p:txBody>
          <a:bodyPr/>
          <a:lstStyle/>
          <a:p>
            <a:r>
              <a:rPr lang="de-DE" dirty="0"/>
              <a:t>Erste Tests</a:t>
            </a:r>
          </a:p>
        </p:txBody>
      </p:sp>
      <p:sp>
        <p:nvSpPr>
          <p:cNvPr id="6" name="Foliennummernplatzhalter 5">
            <a:extLst>
              <a:ext uri="{FF2B5EF4-FFF2-40B4-BE49-F238E27FC236}">
                <a16:creationId xmlns:a16="http://schemas.microsoft.com/office/drawing/2014/main" id="{79BA2BD3-451F-F46F-5950-359A0A395EA3}"/>
              </a:ext>
            </a:extLst>
          </p:cNvPr>
          <p:cNvSpPr>
            <a:spLocks noGrp="1"/>
          </p:cNvSpPr>
          <p:nvPr>
            <p:ph type="sldNum" sz="quarter" idx="4"/>
          </p:nvPr>
        </p:nvSpPr>
        <p:spPr/>
        <p:txBody>
          <a:bodyPr/>
          <a:lstStyle/>
          <a:p>
            <a:fld id="{369A084B-84B6-4F15-B0F5-CCDC4176846B}" type="slidenum">
              <a:rPr lang="de-DE" smtClean="0"/>
              <a:pPr/>
              <a:t>15</a:t>
            </a:fld>
            <a:endParaRPr lang="de-DE" dirty="0"/>
          </a:p>
        </p:txBody>
      </p:sp>
    </p:spTree>
    <p:extLst>
      <p:ext uri="{BB962C8B-B14F-4D97-AF65-F5344CB8AC3E}">
        <p14:creationId xmlns:p14="http://schemas.microsoft.com/office/powerpoint/2010/main" val="8908606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1F4BA-B716-620A-716E-5E2757317C1F}"/>
            </a:ext>
          </a:extLst>
        </p:cNvPr>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05B0D190-8513-7CC5-7248-DF02D3320283}"/>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E58EA78E-517D-2A8D-C11E-ADE15BC6F186}"/>
              </a:ext>
            </a:extLst>
          </p:cNvPr>
          <p:cNvSpPr>
            <a:spLocks noGrp="1"/>
          </p:cNvSpPr>
          <p:nvPr>
            <p:ph idx="1"/>
          </p:nvPr>
        </p:nvSpPr>
        <p:spPr/>
        <p:txBody>
          <a:bodyPr/>
          <a:lstStyle/>
          <a:p>
            <a:r>
              <a:rPr lang="de-DE" dirty="0"/>
              <a:t>Um das Testframework  zu vervollständigen, sind Änderungen an der SUT-Architektur nötig.</a:t>
            </a:r>
          </a:p>
          <a:p>
            <a:pPr lvl="1"/>
            <a:r>
              <a:rPr lang="de-DE" dirty="0"/>
              <a:t>AI unterstützt durch Dokumentation der Vorgaben</a:t>
            </a:r>
          </a:p>
          <a:p>
            <a:pPr lvl="1"/>
            <a:r>
              <a:rPr lang="de-DE" dirty="0"/>
              <a:t>Schwierigkeit: Spezifizität. „Change </a:t>
            </a:r>
            <a:r>
              <a:rPr lang="de-DE" dirty="0" err="1"/>
              <a:t>name</a:t>
            </a:r>
            <a:r>
              <a:rPr lang="de-DE" dirty="0"/>
              <a:t> of </a:t>
            </a:r>
            <a:r>
              <a:rPr lang="de-DE" dirty="0" err="1"/>
              <a:t>folder</a:t>
            </a:r>
            <a:r>
              <a:rPr lang="de-DE" dirty="0"/>
              <a:t>“: Auf welcher Maschine, in welchem Kontext?</a:t>
            </a:r>
          </a:p>
          <a:p>
            <a:r>
              <a:rPr lang="de-DE" dirty="0"/>
              <a:t>AI </a:t>
            </a:r>
            <a:r>
              <a:rPr lang="de-DE" dirty="0" err="1"/>
              <a:t>Assisted</a:t>
            </a:r>
            <a:r>
              <a:rPr lang="de-DE" dirty="0"/>
              <a:t> TDD:</a:t>
            </a:r>
          </a:p>
          <a:p>
            <a:pPr lvl="1"/>
            <a:r>
              <a:rPr lang="de-DE" dirty="0"/>
              <a:t>Es gibt ja schon Funktionen, also erstmal Tests bauen, die die Funktion des SUT prüfen. Wenn das läuft, startet das eigentliche </a:t>
            </a:r>
            <a:r>
              <a:rPr lang="de-DE" dirty="0" err="1"/>
              <a:t>Refactoring</a:t>
            </a:r>
            <a:r>
              <a:rPr lang="de-DE" dirty="0"/>
              <a:t>.</a:t>
            </a:r>
          </a:p>
          <a:p>
            <a:pPr marL="358775" lvl="1" indent="0">
              <a:buNone/>
            </a:pPr>
            <a:endParaRPr lang="de-DE" dirty="0"/>
          </a:p>
        </p:txBody>
      </p:sp>
      <p:sp>
        <p:nvSpPr>
          <p:cNvPr id="4" name="Datumsplatzhalter 3">
            <a:extLst>
              <a:ext uri="{FF2B5EF4-FFF2-40B4-BE49-F238E27FC236}">
                <a16:creationId xmlns:a16="http://schemas.microsoft.com/office/drawing/2014/main" id="{02CA2DC0-55CD-B308-9ABB-487B5D41E432}"/>
              </a:ext>
            </a:extLst>
          </p:cNvPr>
          <p:cNvSpPr>
            <a:spLocks noGrp="1"/>
          </p:cNvSpPr>
          <p:nvPr>
            <p:ph type="dt" sz="half" idx="2"/>
          </p:nvPr>
        </p:nvSpPr>
        <p:spPr/>
        <p:txBody>
          <a:bodyPr/>
          <a:lstStyle/>
          <a:p>
            <a:fld id="{A4055450-52AE-4C8B-9714-2843C81CF833}" type="datetime1">
              <a:rPr lang="de-DE" smtClean="0"/>
              <a:t>03.09.2026</a:t>
            </a:fld>
            <a:endParaRPr lang="de-DE" dirty="0"/>
          </a:p>
        </p:txBody>
      </p:sp>
      <p:sp>
        <p:nvSpPr>
          <p:cNvPr id="5" name="Titel 4">
            <a:extLst>
              <a:ext uri="{FF2B5EF4-FFF2-40B4-BE49-F238E27FC236}">
                <a16:creationId xmlns:a16="http://schemas.microsoft.com/office/drawing/2014/main" id="{5146904B-798B-B72F-3016-0872E5E79E54}"/>
              </a:ext>
            </a:extLst>
          </p:cNvPr>
          <p:cNvSpPr>
            <a:spLocks noGrp="1"/>
          </p:cNvSpPr>
          <p:nvPr>
            <p:ph type="title"/>
          </p:nvPr>
        </p:nvSpPr>
        <p:spPr/>
        <p:txBody>
          <a:bodyPr/>
          <a:lstStyle/>
          <a:p>
            <a:r>
              <a:rPr lang="de-DE" dirty="0"/>
              <a:t>Version 2</a:t>
            </a:r>
          </a:p>
        </p:txBody>
      </p:sp>
      <p:sp>
        <p:nvSpPr>
          <p:cNvPr id="6" name="Foliennummernplatzhalter 5">
            <a:extLst>
              <a:ext uri="{FF2B5EF4-FFF2-40B4-BE49-F238E27FC236}">
                <a16:creationId xmlns:a16="http://schemas.microsoft.com/office/drawing/2014/main" id="{8B07313D-23C3-4D62-0846-F5747D1F636C}"/>
              </a:ext>
            </a:extLst>
          </p:cNvPr>
          <p:cNvSpPr>
            <a:spLocks noGrp="1"/>
          </p:cNvSpPr>
          <p:nvPr>
            <p:ph type="sldNum" sz="quarter" idx="4"/>
          </p:nvPr>
        </p:nvSpPr>
        <p:spPr/>
        <p:txBody>
          <a:bodyPr/>
          <a:lstStyle/>
          <a:p>
            <a:fld id="{369A084B-84B6-4F15-B0F5-CCDC4176846B}" type="slidenum">
              <a:rPr lang="de-DE" smtClean="0"/>
              <a:pPr/>
              <a:t>16</a:t>
            </a:fld>
            <a:endParaRPr lang="de-DE" dirty="0"/>
          </a:p>
        </p:txBody>
      </p:sp>
    </p:spTree>
    <p:extLst>
      <p:ext uri="{BB962C8B-B14F-4D97-AF65-F5344CB8AC3E}">
        <p14:creationId xmlns:p14="http://schemas.microsoft.com/office/powerpoint/2010/main" val="3630468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5AB3574C-6EFA-1207-CA94-45A0D213B919}"/>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9E61E72C-AA8D-6584-6C6C-E924DFFCAC75}"/>
              </a:ext>
            </a:extLst>
          </p:cNvPr>
          <p:cNvSpPr>
            <a:spLocks noGrp="1"/>
          </p:cNvSpPr>
          <p:nvPr>
            <p:ph idx="1"/>
          </p:nvPr>
        </p:nvSpPr>
        <p:spPr/>
        <p:txBody>
          <a:bodyPr/>
          <a:lstStyle/>
          <a:p>
            <a:r>
              <a:rPr lang="de-DE" dirty="0"/>
              <a:t>AI baut </a:t>
            </a:r>
            <a:r>
              <a:rPr lang="de-DE" dirty="0" err="1"/>
              <a:t>unittests</a:t>
            </a:r>
            <a:r>
              <a:rPr lang="de-DE" dirty="0"/>
              <a:t> für REST-API. Backend wird durch Mock ersetzt</a:t>
            </a:r>
          </a:p>
          <a:p>
            <a:pPr lvl="1"/>
            <a:r>
              <a:rPr lang="de-DE" dirty="0"/>
              <a:t>Natürlich sind nicht auf Anhieb alle Tests grün</a:t>
            </a:r>
          </a:p>
          <a:p>
            <a:pPr lvl="1"/>
            <a:r>
              <a:rPr lang="de-DE" dirty="0"/>
              <a:t>Das sehe ich als gute Sache, da ich so tiefer in die Tests reinschauen muss und besser verstehe, wie alles funktioniert. 2047 != „2047“</a:t>
            </a:r>
          </a:p>
          <a:p>
            <a:pPr lvl="1"/>
            <a:r>
              <a:rPr lang="de-DE" dirty="0"/>
              <a:t>Schwierigkeit: AI will immer alles in einem Schritt fixen, da komme ich selbst geistig nur schwer hinterher. Ich sage AI also, dass wir das Fehler für Fehler abarbeiten. Langsamer, aber in dem Schritt ist </a:t>
            </a:r>
            <a:r>
              <a:rPr lang="de-DE" dirty="0" err="1"/>
              <a:t>korrektheit</a:t>
            </a:r>
            <a:r>
              <a:rPr lang="de-DE" dirty="0"/>
              <a:t> wichtiger.</a:t>
            </a:r>
          </a:p>
          <a:p>
            <a:pPr lvl="1"/>
            <a:r>
              <a:rPr lang="de-DE" dirty="0"/>
              <a:t>AI nutzt einige </a:t>
            </a:r>
            <a:r>
              <a:rPr lang="de-DE" dirty="0" err="1"/>
              <a:t>funktionen</a:t>
            </a:r>
            <a:r>
              <a:rPr lang="de-DE" dirty="0"/>
              <a:t> / Möglichkeiten von Robot Framework, die ich noch nicht kannte. </a:t>
            </a:r>
            <a:br>
              <a:rPr lang="de-DE" dirty="0"/>
            </a:br>
            <a:r>
              <a:rPr lang="de-DE" dirty="0"/>
              <a:t>Hier lerne ich (wie beabsichtigt) viel dazu.</a:t>
            </a:r>
          </a:p>
          <a:p>
            <a:pPr lvl="1"/>
            <a:endParaRPr lang="de-DE" dirty="0"/>
          </a:p>
        </p:txBody>
      </p:sp>
      <p:sp>
        <p:nvSpPr>
          <p:cNvPr id="4" name="Datumsplatzhalter 3">
            <a:extLst>
              <a:ext uri="{FF2B5EF4-FFF2-40B4-BE49-F238E27FC236}">
                <a16:creationId xmlns:a16="http://schemas.microsoft.com/office/drawing/2014/main" id="{251EFF43-0860-3F27-019D-727E28D2EA80}"/>
              </a:ext>
            </a:extLst>
          </p:cNvPr>
          <p:cNvSpPr>
            <a:spLocks noGrp="1"/>
          </p:cNvSpPr>
          <p:nvPr>
            <p:ph type="dt" sz="half" idx="2"/>
          </p:nvPr>
        </p:nvSpPr>
        <p:spPr/>
        <p:txBody>
          <a:bodyPr/>
          <a:lstStyle/>
          <a:p>
            <a:fld id="{A4055450-52AE-4C8B-9714-2843C81CF833}" type="datetime1">
              <a:rPr lang="de-DE" smtClean="0"/>
              <a:t>02.09.2026</a:t>
            </a:fld>
            <a:endParaRPr lang="de-DE" dirty="0"/>
          </a:p>
        </p:txBody>
      </p:sp>
      <p:sp>
        <p:nvSpPr>
          <p:cNvPr id="5" name="Titel 4">
            <a:extLst>
              <a:ext uri="{FF2B5EF4-FFF2-40B4-BE49-F238E27FC236}">
                <a16:creationId xmlns:a16="http://schemas.microsoft.com/office/drawing/2014/main" id="{08B60D5A-EFA9-E563-47C2-1834C51ACD89}"/>
              </a:ext>
            </a:extLst>
          </p:cNvPr>
          <p:cNvSpPr>
            <a:spLocks noGrp="1"/>
          </p:cNvSpPr>
          <p:nvPr>
            <p:ph type="title"/>
          </p:nvPr>
        </p:nvSpPr>
        <p:spPr/>
        <p:txBody>
          <a:bodyPr/>
          <a:lstStyle/>
          <a:p>
            <a:r>
              <a:rPr lang="de-DE" dirty="0"/>
              <a:t>REST-API </a:t>
            </a:r>
            <a:r>
              <a:rPr lang="de-DE" dirty="0" err="1"/>
              <a:t>Conctract</a:t>
            </a:r>
            <a:endParaRPr lang="de-DE" dirty="0"/>
          </a:p>
        </p:txBody>
      </p:sp>
      <p:sp>
        <p:nvSpPr>
          <p:cNvPr id="6" name="Foliennummernplatzhalter 5">
            <a:extLst>
              <a:ext uri="{FF2B5EF4-FFF2-40B4-BE49-F238E27FC236}">
                <a16:creationId xmlns:a16="http://schemas.microsoft.com/office/drawing/2014/main" id="{43FDC28A-A128-4148-E142-F7719E65AA0E}"/>
              </a:ext>
            </a:extLst>
          </p:cNvPr>
          <p:cNvSpPr>
            <a:spLocks noGrp="1"/>
          </p:cNvSpPr>
          <p:nvPr>
            <p:ph type="sldNum" sz="quarter" idx="4"/>
          </p:nvPr>
        </p:nvSpPr>
        <p:spPr/>
        <p:txBody>
          <a:bodyPr/>
          <a:lstStyle/>
          <a:p>
            <a:fld id="{369A084B-84B6-4F15-B0F5-CCDC4176846B}" type="slidenum">
              <a:rPr lang="de-DE" smtClean="0"/>
              <a:pPr/>
              <a:t>17</a:t>
            </a:fld>
            <a:endParaRPr lang="de-DE" dirty="0"/>
          </a:p>
        </p:txBody>
      </p:sp>
    </p:spTree>
    <p:extLst>
      <p:ext uri="{BB962C8B-B14F-4D97-AF65-F5344CB8AC3E}">
        <p14:creationId xmlns:p14="http://schemas.microsoft.com/office/powerpoint/2010/main" val="1759355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21C85E99-4252-A6F8-A2F1-C103ED0C3892}"/>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C7BF1C78-71A2-C371-06B0-BC087A20A8DA}"/>
              </a:ext>
            </a:extLst>
          </p:cNvPr>
          <p:cNvSpPr>
            <a:spLocks noGrp="1"/>
          </p:cNvSpPr>
          <p:nvPr>
            <p:ph idx="1"/>
          </p:nvPr>
        </p:nvSpPr>
        <p:spPr/>
        <p:txBody>
          <a:bodyPr/>
          <a:lstStyle/>
          <a:p>
            <a:r>
              <a:rPr lang="de-DE" dirty="0"/>
              <a:t>GUI ist Zentrales Element der </a:t>
            </a:r>
            <a:r>
              <a:rPr lang="de-DE" dirty="0" err="1"/>
              <a:t>software</a:t>
            </a:r>
            <a:r>
              <a:rPr lang="de-DE" dirty="0"/>
              <a:t>.</a:t>
            </a:r>
          </a:p>
          <a:p>
            <a:r>
              <a:rPr lang="de-DE" dirty="0"/>
              <a:t>Loopback-Communication ist aktiviert, funktioniert aber nicht.</a:t>
            </a:r>
          </a:p>
          <a:p>
            <a:r>
              <a:rPr lang="de-DE" dirty="0"/>
              <a:t>CAN-Communication muss reaktiviert werden</a:t>
            </a:r>
          </a:p>
          <a:p>
            <a:pPr lvl="1"/>
            <a:r>
              <a:rPr lang="de-DE" dirty="0">
                <a:sym typeface="Wingdings" panose="05000000000000000000" pitchFamily="2" charset="2"/>
              </a:rPr>
              <a:t> hier sind wir in der Archäologie!</a:t>
            </a:r>
          </a:p>
          <a:p>
            <a:pPr lvl="1"/>
            <a:r>
              <a:rPr lang="de-DE" dirty="0">
                <a:sym typeface="Wingdings" panose="05000000000000000000" pitchFamily="2" charset="2"/>
              </a:rPr>
              <a:t>AI unterstützt bei der Analyse</a:t>
            </a:r>
          </a:p>
          <a:p>
            <a:r>
              <a:rPr lang="de-DE" dirty="0"/>
              <a:t>Selbst für die einfachste Inbetriebnahme muss eine Menge umgebaut werden.</a:t>
            </a:r>
          </a:p>
          <a:p>
            <a:pPr lvl="1"/>
            <a:r>
              <a:rPr lang="de-DE" dirty="0">
                <a:sym typeface="Wingdings" panose="05000000000000000000" pitchFamily="2" charset="2"/>
              </a:rPr>
              <a:t>Mein Plan:</a:t>
            </a:r>
          </a:p>
          <a:p>
            <a:pPr lvl="2"/>
            <a:r>
              <a:rPr lang="de-DE" dirty="0">
                <a:sym typeface="Wingdings" panose="05000000000000000000" pitchFamily="2" charset="2"/>
              </a:rPr>
              <a:t>Statt </a:t>
            </a:r>
            <a:r>
              <a:rPr lang="de-DE" dirty="0" err="1">
                <a:sym typeface="Wingdings" panose="05000000000000000000" pitchFamily="2" charset="2"/>
              </a:rPr>
              <a:t>myGUIClass</a:t>
            </a:r>
            <a:r>
              <a:rPr lang="de-DE" dirty="0">
                <a:sym typeface="Wingdings" panose="05000000000000000000" pitchFamily="2" charset="2"/>
              </a:rPr>
              <a:t> wird ein neuer Scheduler / </a:t>
            </a:r>
            <a:r>
              <a:rPr lang="de-DE" dirty="0" err="1">
                <a:sym typeface="Wingdings" panose="05000000000000000000" pitchFamily="2" charset="2"/>
              </a:rPr>
              <a:t>datenhandler</a:t>
            </a:r>
            <a:r>
              <a:rPr lang="de-DE" dirty="0">
                <a:sym typeface="Wingdings" panose="05000000000000000000" pitchFamily="2" charset="2"/>
              </a:rPr>
              <a:t> benötigt</a:t>
            </a:r>
          </a:p>
          <a:p>
            <a:pPr lvl="2"/>
            <a:r>
              <a:rPr lang="de-DE" dirty="0"/>
              <a:t>Statt GUI-Steuerung werden einzelne Werte auf Konsole gekippt?</a:t>
            </a:r>
          </a:p>
          <a:p>
            <a:pPr lvl="2"/>
            <a:r>
              <a:rPr lang="de-DE" dirty="0"/>
              <a:t>Implementierung mittels remote Debugging auf </a:t>
            </a:r>
            <a:r>
              <a:rPr lang="de-DE" dirty="0" err="1"/>
              <a:t>pcberry</a:t>
            </a:r>
            <a:endParaRPr lang="de-DE" dirty="0"/>
          </a:p>
          <a:p>
            <a:pPr lvl="2"/>
            <a:r>
              <a:rPr lang="de-DE" dirty="0"/>
              <a:t>Development </a:t>
            </a:r>
            <a:r>
              <a:rPr lang="de-DE" dirty="0" err="1"/>
              <a:t>auserhalb</a:t>
            </a:r>
            <a:r>
              <a:rPr lang="de-DE" dirty="0"/>
              <a:t> vom </a:t>
            </a:r>
            <a:r>
              <a:rPr lang="de-DE" dirty="0" err="1"/>
              <a:t>pcberry</a:t>
            </a:r>
            <a:r>
              <a:rPr lang="de-DE" dirty="0"/>
              <a:t> ist schwierig da für laufende Tests die </a:t>
            </a:r>
            <a:r>
              <a:rPr lang="de-DE" dirty="0" err="1"/>
              <a:t>hardwareverbindung</a:t>
            </a:r>
            <a:r>
              <a:rPr lang="de-DE" dirty="0"/>
              <a:t> zum CAN unabdingbar ist</a:t>
            </a:r>
          </a:p>
          <a:p>
            <a:pPr lvl="2"/>
            <a:r>
              <a:rPr lang="de-DE" dirty="0"/>
              <a:t>SSH scheint nicht besonders schnell zu sein (oder besonders stabil)</a:t>
            </a:r>
          </a:p>
          <a:p>
            <a:pPr lvl="3"/>
            <a:r>
              <a:rPr lang="de-DE" dirty="0"/>
              <a:t>Zumindest nicht mit manueller Passworteingabe.</a:t>
            </a:r>
          </a:p>
          <a:p>
            <a:pPr lvl="2"/>
            <a:r>
              <a:rPr lang="de-DE" dirty="0"/>
              <a:t>Mittelmäßige Planungen sind schwierig mit KI. Hier bedarf es externer Dokumente, in denen der Plan festgehalten und aktualisiert wird.</a:t>
            </a:r>
          </a:p>
          <a:p>
            <a:pPr lvl="2"/>
            <a:endParaRPr lang="de-DE" dirty="0"/>
          </a:p>
          <a:p>
            <a:pPr lvl="2"/>
            <a:endParaRPr lang="de-DE" dirty="0"/>
          </a:p>
        </p:txBody>
      </p:sp>
      <p:sp>
        <p:nvSpPr>
          <p:cNvPr id="4" name="Datumsplatzhalter 3">
            <a:extLst>
              <a:ext uri="{FF2B5EF4-FFF2-40B4-BE49-F238E27FC236}">
                <a16:creationId xmlns:a16="http://schemas.microsoft.com/office/drawing/2014/main" id="{241070AC-6777-0FD4-EA6E-8A9E7FFFEF6C}"/>
              </a:ext>
            </a:extLst>
          </p:cNvPr>
          <p:cNvSpPr>
            <a:spLocks noGrp="1"/>
          </p:cNvSpPr>
          <p:nvPr>
            <p:ph type="dt" sz="half" idx="2"/>
          </p:nvPr>
        </p:nvSpPr>
        <p:spPr/>
        <p:txBody>
          <a:bodyPr/>
          <a:lstStyle/>
          <a:p>
            <a:fld id="{A4055450-52AE-4C8B-9714-2843C81CF833}" type="datetime1">
              <a:rPr lang="de-DE" smtClean="0"/>
              <a:t>03.09.2026</a:t>
            </a:fld>
            <a:endParaRPr lang="de-DE" dirty="0"/>
          </a:p>
        </p:txBody>
      </p:sp>
      <p:sp>
        <p:nvSpPr>
          <p:cNvPr id="5" name="Titel 4">
            <a:extLst>
              <a:ext uri="{FF2B5EF4-FFF2-40B4-BE49-F238E27FC236}">
                <a16:creationId xmlns:a16="http://schemas.microsoft.com/office/drawing/2014/main" id="{8D98EB89-B98F-0690-DBF0-37C7A791AAD8}"/>
              </a:ext>
            </a:extLst>
          </p:cNvPr>
          <p:cNvSpPr>
            <a:spLocks noGrp="1"/>
          </p:cNvSpPr>
          <p:nvPr>
            <p:ph type="title"/>
          </p:nvPr>
        </p:nvSpPr>
        <p:spPr/>
        <p:txBody>
          <a:bodyPr/>
          <a:lstStyle/>
          <a:p>
            <a:r>
              <a:rPr lang="de-DE" dirty="0" err="1"/>
              <a:t>Denkste</a:t>
            </a:r>
            <a:r>
              <a:rPr lang="de-DE" dirty="0"/>
              <a:t>!</a:t>
            </a:r>
          </a:p>
        </p:txBody>
      </p:sp>
      <p:sp>
        <p:nvSpPr>
          <p:cNvPr id="6" name="Foliennummernplatzhalter 5">
            <a:extLst>
              <a:ext uri="{FF2B5EF4-FFF2-40B4-BE49-F238E27FC236}">
                <a16:creationId xmlns:a16="http://schemas.microsoft.com/office/drawing/2014/main" id="{2A91A111-AE6C-2E72-C195-4EA7A5674F2D}"/>
              </a:ext>
            </a:extLst>
          </p:cNvPr>
          <p:cNvSpPr>
            <a:spLocks noGrp="1"/>
          </p:cNvSpPr>
          <p:nvPr>
            <p:ph type="sldNum" sz="quarter" idx="4"/>
          </p:nvPr>
        </p:nvSpPr>
        <p:spPr/>
        <p:txBody>
          <a:bodyPr/>
          <a:lstStyle/>
          <a:p>
            <a:fld id="{369A084B-84B6-4F15-B0F5-CCDC4176846B}" type="slidenum">
              <a:rPr lang="de-DE" smtClean="0"/>
              <a:pPr/>
              <a:t>18</a:t>
            </a:fld>
            <a:endParaRPr lang="de-DE" dirty="0"/>
          </a:p>
        </p:txBody>
      </p:sp>
    </p:spTree>
    <p:extLst>
      <p:ext uri="{BB962C8B-B14F-4D97-AF65-F5344CB8AC3E}">
        <p14:creationId xmlns:p14="http://schemas.microsoft.com/office/powerpoint/2010/main" val="2872081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4F358410-6B38-80F0-09CA-2A91C5F4840E}"/>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CCA37534-BA3A-ADBD-DBB5-D33E8336DF87}"/>
              </a:ext>
            </a:extLst>
          </p:cNvPr>
          <p:cNvSpPr>
            <a:spLocks noGrp="1"/>
          </p:cNvSpPr>
          <p:nvPr>
            <p:ph idx="1"/>
          </p:nvPr>
        </p:nvSpPr>
        <p:spPr/>
        <p:txBody>
          <a:bodyPr/>
          <a:lstStyle/>
          <a:p>
            <a:r>
              <a:rPr lang="de-DE" dirty="0"/>
              <a:t>Milestone 1: </a:t>
            </a:r>
          </a:p>
          <a:p>
            <a:pPr lvl="1"/>
            <a:r>
              <a:rPr lang="de-DE" dirty="0"/>
              <a:t>CAN-Nachrichten werden gelesen und auf Konsole gekippt.</a:t>
            </a:r>
          </a:p>
          <a:p>
            <a:pPr lvl="1"/>
            <a:r>
              <a:rPr lang="de-DE" dirty="0" err="1"/>
              <a:t>Prerequesite</a:t>
            </a:r>
            <a:r>
              <a:rPr lang="de-DE" dirty="0"/>
              <a:t>: CAN funktioniert</a:t>
            </a:r>
          </a:p>
          <a:p>
            <a:pPr lvl="1"/>
            <a:r>
              <a:rPr lang="de-DE" dirty="0"/>
              <a:t>Schritte:</a:t>
            </a:r>
          </a:p>
          <a:p>
            <a:pPr lvl="2"/>
            <a:r>
              <a:rPr lang="de-DE" dirty="0"/>
              <a:t>CAN </a:t>
            </a:r>
            <a:r>
              <a:rPr lang="de-DE" dirty="0" err="1"/>
              <a:t>ausserhalb</a:t>
            </a:r>
            <a:r>
              <a:rPr lang="de-DE" dirty="0"/>
              <a:t> von </a:t>
            </a:r>
            <a:r>
              <a:rPr lang="de-DE" dirty="0" err="1"/>
              <a:t>python</a:t>
            </a:r>
            <a:r>
              <a:rPr lang="de-DE" dirty="0"/>
              <a:t> prüfen</a:t>
            </a:r>
          </a:p>
          <a:p>
            <a:pPr lvl="3"/>
            <a:endParaRPr lang="de-DE" dirty="0"/>
          </a:p>
          <a:p>
            <a:pPr lvl="3"/>
            <a:endParaRPr lang="de-DE" dirty="0"/>
          </a:p>
          <a:p>
            <a:pPr lvl="3"/>
            <a:endParaRPr lang="de-DE" dirty="0"/>
          </a:p>
          <a:p>
            <a:pPr lvl="3"/>
            <a:endParaRPr lang="de-DE" dirty="0"/>
          </a:p>
          <a:p>
            <a:pPr lvl="3"/>
            <a:endParaRPr lang="de-DE" dirty="0"/>
          </a:p>
          <a:p>
            <a:pPr lvl="3"/>
            <a:endParaRPr lang="de-DE" dirty="0"/>
          </a:p>
          <a:p>
            <a:pPr lvl="3"/>
            <a:endParaRPr lang="de-DE" dirty="0"/>
          </a:p>
          <a:p>
            <a:pPr lvl="3"/>
            <a:endParaRPr lang="de-DE" dirty="0"/>
          </a:p>
          <a:p>
            <a:pPr lvl="2"/>
            <a:r>
              <a:rPr lang="de-DE" dirty="0"/>
              <a:t>Trennen von </a:t>
            </a:r>
            <a:r>
              <a:rPr lang="de-DE" dirty="0" err="1"/>
              <a:t>pccoms</a:t>
            </a:r>
            <a:r>
              <a:rPr lang="de-DE" dirty="0"/>
              <a:t> und </a:t>
            </a:r>
            <a:r>
              <a:rPr lang="de-DE" dirty="0" err="1"/>
              <a:t>tkinter</a:t>
            </a:r>
            <a:r>
              <a:rPr lang="de-DE" dirty="0"/>
              <a:t> / </a:t>
            </a:r>
            <a:r>
              <a:rPr lang="de-DE" dirty="0" err="1"/>
              <a:t>scheduling</a:t>
            </a:r>
            <a:endParaRPr lang="de-DE" dirty="0"/>
          </a:p>
          <a:p>
            <a:pPr lvl="3"/>
            <a:r>
              <a:rPr lang="de-DE" dirty="0"/>
              <a:t>Erstmal </a:t>
            </a:r>
            <a:r>
              <a:rPr lang="de-DE" dirty="0" err="1"/>
              <a:t>Standalone</a:t>
            </a:r>
            <a:r>
              <a:rPr lang="de-DE" dirty="0"/>
              <a:t> CAN-monitor</a:t>
            </a:r>
          </a:p>
          <a:p>
            <a:pPr lvl="3"/>
            <a:r>
              <a:rPr lang="de-DE" dirty="0"/>
              <a:t>KI baut das schon. TDD kann hier nicht genutzt werden weil an den </a:t>
            </a:r>
            <a:r>
              <a:rPr lang="de-DE" dirty="0" err="1"/>
              <a:t>schnittstellen</a:t>
            </a:r>
            <a:r>
              <a:rPr lang="de-DE" dirty="0"/>
              <a:t> (Hardware) nicht sauber stimuliert werden kann. Korrektheit muss durch Review sichergestellt werden.</a:t>
            </a:r>
          </a:p>
        </p:txBody>
      </p:sp>
      <p:sp>
        <p:nvSpPr>
          <p:cNvPr id="4" name="Datumsplatzhalter 3">
            <a:extLst>
              <a:ext uri="{FF2B5EF4-FFF2-40B4-BE49-F238E27FC236}">
                <a16:creationId xmlns:a16="http://schemas.microsoft.com/office/drawing/2014/main" id="{29CFBA23-55D1-293A-8253-C67202B5CBF8}"/>
              </a:ext>
            </a:extLst>
          </p:cNvPr>
          <p:cNvSpPr>
            <a:spLocks noGrp="1"/>
          </p:cNvSpPr>
          <p:nvPr>
            <p:ph type="dt" sz="half" idx="2"/>
          </p:nvPr>
        </p:nvSpPr>
        <p:spPr/>
        <p:txBody>
          <a:bodyPr/>
          <a:lstStyle/>
          <a:p>
            <a:fld id="{A4055450-52AE-4C8B-9714-2843C81CF833}" type="datetime1">
              <a:rPr lang="de-DE" smtClean="0"/>
              <a:t>05.09.2026</a:t>
            </a:fld>
            <a:endParaRPr lang="de-DE" dirty="0"/>
          </a:p>
        </p:txBody>
      </p:sp>
      <p:sp>
        <p:nvSpPr>
          <p:cNvPr id="5" name="Titel 4">
            <a:extLst>
              <a:ext uri="{FF2B5EF4-FFF2-40B4-BE49-F238E27FC236}">
                <a16:creationId xmlns:a16="http://schemas.microsoft.com/office/drawing/2014/main" id="{C583DD0E-9F8A-0442-116F-DA0A28136753}"/>
              </a:ext>
            </a:extLst>
          </p:cNvPr>
          <p:cNvSpPr>
            <a:spLocks noGrp="1"/>
          </p:cNvSpPr>
          <p:nvPr>
            <p:ph type="title"/>
          </p:nvPr>
        </p:nvSpPr>
        <p:spPr/>
        <p:txBody>
          <a:bodyPr/>
          <a:lstStyle/>
          <a:p>
            <a:r>
              <a:rPr lang="de-DE" dirty="0" err="1"/>
              <a:t>Refactoring</a:t>
            </a:r>
            <a:endParaRPr lang="de-DE" dirty="0"/>
          </a:p>
        </p:txBody>
      </p:sp>
      <p:sp>
        <p:nvSpPr>
          <p:cNvPr id="6" name="Foliennummernplatzhalter 5">
            <a:extLst>
              <a:ext uri="{FF2B5EF4-FFF2-40B4-BE49-F238E27FC236}">
                <a16:creationId xmlns:a16="http://schemas.microsoft.com/office/drawing/2014/main" id="{7E985838-9EDB-A302-D132-056739D8983B}"/>
              </a:ext>
            </a:extLst>
          </p:cNvPr>
          <p:cNvSpPr>
            <a:spLocks noGrp="1"/>
          </p:cNvSpPr>
          <p:nvPr>
            <p:ph type="sldNum" sz="quarter" idx="4"/>
          </p:nvPr>
        </p:nvSpPr>
        <p:spPr/>
        <p:txBody>
          <a:bodyPr/>
          <a:lstStyle/>
          <a:p>
            <a:fld id="{369A084B-84B6-4F15-B0F5-CCDC4176846B}" type="slidenum">
              <a:rPr lang="de-DE" smtClean="0"/>
              <a:pPr/>
              <a:t>19</a:t>
            </a:fld>
            <a:endParaRPr lang="de-DE" dirty="0"/>
          </a:p>
        </p:txBody>
      </p:sp>
      <p:pic>
        <p:nvPicPr>
          <p:cNvPr id="8" name="Grafik 7">
            <a:extLst>
              <a:ext uri="{FF2B5EF4-FFF2-40B4-BE49-F238E27FC236}">
                <a16:creationId xmlns:a16="http://schemas.microsoft.com/office/drawing/2014/main" id="{A5CFE3A8-9C59-F49B-5D50-2871E0BD588B}"/>
              </a:ext>
            </a:extLst>
          </p:cNvPr>
          <p:cNvPicPr>
            <a:picLocks noChangeAspect="1"/>
          </p:cNvPicPr>
          <p:nvPr/>
        </p:nvPicPr>
        <p:blipFill>
          <a:blip r:embed="rId2"/>
          <a:stretch>
            <a:fillRect/>
          </a:stretch>
        </p:blipFill>
        <p:spPr>
          <a:xfrm>
            <a:off x="6816080" y="2067560"/>
            <a:ext cx="3997419" cy="2722880"/>
          </a:xfrm>
          <a:prstGeom prst="rect">
            <a:avLst/>
          </a:prstGeom>
        </p:spPr>
      </p:pic>
    </p:spTree>
    <p:extLst>
      <p:ext uri="{BB962C8B-B14F-4D97-AF65-F5344CB8AC3E}">
        <p14:creationId xmlns:p14="http://schemas.microsoft.com/office/powerpoint/2010/main" val="25811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F4E33CA2-9048-6A8A-97C0-66774138DD51}"/>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8C164AD5-AFDE-0FDD-1B41-5D8B2C438EB6}"/>
              </a:ext>
            </a:extLst>
          </p:cNvPr>
          <p:cNvSpPr>
            <a:spLocks noGrp="1"/>
          </p:cNvSpPr>
          <p:nvPr>
            <p:ph idx="1"/>
          </p:nvPr>
        </p:nvSpPr>
        <p:spPr/>
        <p:txBody>
          <a:bodyPr/>
          <a:lstStyle/>
          <a:p>
            <a:r>
              <a:rPr lang="de-DE" dirty="0"/>
              <a:t>Implementierung via KI sieht erstmal gut aus. KI will direkt auf meinem Laptop prüfen, </a:t>
            </a:r>
            <a:r>
              <a:rPr lang="de-DE" dirty="0" err="1"/>
              <a:t>obs</a:t>
            </a:r>
            <a:r>
              <a:rPr lang="de-DE" dirty="0"/>
              <a:t> geht… klappt natürlich nicht weil falsche Umgebung. Hier wäre remote </a:t>
            </a:r>
            <a:r>
              <a:rPr lang="de-DE" dirty="0" err="1"/>
              <a:t>debugging</a:t>
            </a:r>
            <a:r>
              <a:rPr lang="de-DE" dirty="0"/>
              <a:t> hilfreich!</a:t>
            </a:r>
          </a:p>
          <a:p>
            <a:r>
              <a:rPr lang="de-DE" dirty="0"/>
              <a:t>Ich prüfe manuell auf dem </a:t>
            </a:r>
            <a:r>
              <a:rPr lang="de-DE" dirty="0" err="1"/>
              <a:t>pcberry</a:t>
            </a:r>
            <a:r>
              <a:rPr lang="de-DE" dirty="0"/>
              <a:t>, es läuft auf anhieb.</a:t>
            </a:r>
          </a:p>
          <a:p>
            <a:r>
              <a:rPr lang="de-DE" dirty="0"/>
              <a:t>Mein Gehirn plant zu langsam / zu kleinschrittig.</a:t>
            </a:r>
          </a:p>
          <a:p>
            <a:pPr lvl="1"/>
            <a:r>
              <a:rPr lang="de-DE" dirty="0"/>
              <a:t>Was will ich denn als nächstes machen? Wo ist mein Big Picture / großer Plan?</a:t>
            </a:r>
          </a:p>
          <a:p>
            <a:pPr lvl="1"/>
            <a:r>
              <a:rPr lang="de-DE" dirty="0"/>
              <a:t>KI hat den Plan im Speicher.</a:t>
            </a:r>
          </a:p>
          <a:p>
            <a:pPr lvl="1"/>
            <a:r>
              <a:rPr lang="de-DE" dirty="0"/>
              <a:t>Nächster Schritt laut KI: </a:t>
            </a:r>
            <a:r>
              <a:rPr lang="de-DE" dirty="0" err="1"/>
              <a:t>Configuration</a:t>
            </a:r>
            <a:r>
              <a:rPr lang="de-DE" dirty="0"/>
              <a:t> einbinden</a:t>
            </a:r>
          </a:p>
          <a:p>
            <a:pPr lvl="1"/>
            <a:r>
              <a:rPr lang="de-DE" dirty="0"/>
              <a:t>Gefühlt hätte ich das auch getan, mir fehlt aber der übernächste Schritt / große Plan zum Endprodukt.</a:t>
            </a:r>
          </a:p>
          <a:p>
            <a:pPr lvl="1"/>
            <a:r>
              <a:rPr lang="de-DE" dirty="0"/>
              <a:t>Was ist der nächste Meilenstein? Der Ursprünglich erarbeitete </a:t>
            </a:r>
            <a:r>
              <a:rPr lang="de-DE" dirty="0" err="1"/>
              <a:t>Taskplan</a:t>
            </a:r>
            <a:r>
              <a:rPr lang="de-DE" dirty="0"/>
              <a:t> hilft nicht wirklich. Laut dem Plan bin ich Anfang November / 2 Monate in der Zukunft. (Hardware-test </a:t>
            </a:r>
            <a:r>
              <a:rPr lang="de-DE" dirty="0" err="1"/>
              <a:t>fixtures</a:t>
            </a:r>
            <a:r>
              <a:rPr lang="de-DE" dirty="0"/>
              <a:t> habe ich übersprungen)</a:t>
            </a:r>
            <a:br>
              <a:rPr lang="de-DE" dirty="0"/>
            </a:br>
            <a:r>
              <a:rPr lang="de-DE" dirty="0">
                <a:sym typeface="Wingdings" panose="05000000000000000000" pitchFamily="2" charset="2"/>
              </a:rPr>
              <a:t> Aktueller Task: „</a:t>
            </a:r>
            <a:r>
              <a:rPr lang="de-DE" dirty="0" err="1">
                <a:sym typeface="Wingdings" panose="05000000000000000000" pitchFamily="2" charset="2"/>
              </a:rPr>
              <a:t>Process</a:t>
            </a:r>
            <a:r>
              <a:rPr lang="de-DE" dirty="0">
                <a:sym typeface="Wingdings" panose="05000000000000000000" pitchFamily="2" charset="2"/>
              </a:rPr>
              <a:t>-Control GUI and </a:t>
            </a:r>
            <a:r>
              <a:rPr lang="de-DE" dirty="0" err="1">
                <a:sym typeface="Wingdings" panose="05000000000000000000" pitchFamily="2" charset="2"/>
              </a:rPr>
              <a:t>logging</a:t>
            </a:r>
            <a:r>
              <a:rPr lang="de-DE" dirty="0">
                <a:sym typeface="Wingdings" panose="05000000000000000000" pitchFamily="2" charset="2"/>
              </a:rPr>
              <a:t>“. Nicht falsch, nicht hilfreich.</a:t>
            </a:r>
          </a:p>
          <a:p>
            <a:pPr lvl="1"/>
            <a:r>
              <a:rPr lang="de-DE" dirty="0"/>
              <a:t>Meilenstein: Ich will </a:t>
            </a:r>
            <a:r>
              <a:rPr lang="de-DE" dirty="0" err="1"/>
              <a:t>Unittesten</a:t>
            </a:r>
            <a:r>
              <a:rPr lang="de-DE" dirty="0"/>
              <a:t> können. Auf meinem Windows-Laptop. Also wieder Infrastruktur / .</a:t>
            </a:r>
            <a:r>
              <a:rPr lang="de-DE" dirty="0" err="1"/>
              <a:t>venv</a:t>
            </a:r>
            <a:r>
              <a:rPr lang="de-DE" dirty="0"/>
              <a:t> aufsetzen. Oder verzichte ich darauf und arbeite direkt auf dem </a:t>
            </a:r>
            <a:r>
              <a:rPr lang="de-DE" dirty="0" err="1"/>
              <a:t>pcberry</a:t>
            </a:r>
            <a:r>
              <a:rPr lang="de-DE" dirty="0"/>
              <a:t>? Fragen und </a:t>
            </a:r>
            <a:r>
              <a:rPr lang="de-DE" dirty="0" err="1"/>
              <a:t>entscheidungen</a:t>
            </a:r>
            <a:r>
              <a:rPr lang="de-DE" dirty="0"/>
              <a:t> dauern länger als das eigentliche coden. Gefühl sagt: Wenn ich wüsste, was ich will, wäre ich längst fertig. </a:t>
            </a:r>
          </a:p>
        </p:txBody>
      </p:sp>
      <p:sp>
        <p:nvSpPr>
          <p:cNvPr id="4" name="Datumsplatzhalter 3">
            <a:extLst>
              <a:ext uri="{FF2B5EF4-FFF2-40B4-BE49-F238E27FC236}">
                <a16:creationId xmlns:a16="http://schemas.microsoft.com/office/drawing/2014/main" id="{D8D82F0D-C63D-624E-F94E-F09B4C1ED284}"/>
              </a:ext>
            </a:extLst>
          </p:cNvPr>
          <p:cNvSpPr>
            <a:spLocks noGrp="1"/>
          </p:cNvSpPr>
          <p:nvPr>
            <p:ph type="dt" sz="half" idx="2"/>
          </p:nvPr>
        </p:nvSpPr>
        <p:spPr/>
        <p:txBody>
          <a:bodyPr/>
          <a:lstStyle/>
          <a:p>
            <a:fld id="{A4055450-52AE-4C8B-9714-2843C81CF833}" type="datetime1">
              <a:rPr lang="de-DE" smtClean="0"/>
              <a:t>05.09.2026</a:t>
            </a:fld>
            <a:endParaRPr lang="de-DE" dirty="0"/>
          </a:p>
        </p:txBody>
      </p:sp>
      <p:sp>
        <p:nvSpPr>
          <p:cNvPr id="5" name="Titel 4">
            <a:extLst>
              <a:ext uri="{FF2B5EF4-FFF2-40B4-BE49-F238E27FC236}">
                <a16:creationId xmlns:a16="http://schemas.microsoft.com/office/drawing/2014/main" id="{8CFC8200-6D5F-6C42-0D0F-B421E6D5BE6D}"/>
              </a:ext>
            </a:extLst>
          </p:cNvPr>
          <p:cNvSpPr>
            <a:spLocks noGrp="1"/>
          </p:cNvSpPr>
          <p:nvPr>
            <p:ph type="title"/>
          </p:nvPr>
        </p:nvSpPr>
        <p:spPr/>
        <p:txBody>
          <a:bodyPr/>
          <a:lstStyle/>
          <a:p>
            <a:r>
              <a:rPr lang="de-DE" dirty="0"/>
              <a:t>Can_monitor.py</a:t>
            </a:r>
          </a:p>
        </p:txBody>
      </p:sp>
      <p:sp>
        <p:nvSpPr>
          <p:cNvPr id="6" name="Foliennummernplatzhalter 5">
            <a:extLst>
              <a:ext uri="{FF2B5EF4-FFF2-40B4-BE49-F238E27FC236}">
                <a16:creationId xmlns:a16="http://schemas.microsoft.com/office/drawing/2014/main" id="{FEC6749E-6C98-98C9-256A-D6240D96618B}"/>
              </a:ext>
            </a:extLst>
          </p:cNvPr>
          <p:cNvSpPr>
            <a:spLocks noGrp="1"/>
          </p:cNvSpPr>
          <p:nvPr>
            <p:ph type="sldNum" sz="quarter" idx="4"/>
          </p:nvPr>
        </p:nvSpPr>
        <p:spPr/>
        <p:txBody>
          <a:bodyPr/>
          <a:lstStyle/>
          <a:p>
            <a:fld id="{369A084B-84B6-4F15-B0F5-CCDC4176846B}" type="slidenum">
              <a:rPr lang="de-DE" smtClean="0"/>
              <a:pPr/>
              <a:t>20</a:t>
            </a:fld>
            <a:endParaRPr lang="de-DE" dirty="0"/>
          </a:p>
        </p:txBody>
      </p:sp>
    </p:spTree>
    <p:extLst>
      <p:ext uri="{BB962C8B-B14F-4D97-AF65-F5344CB8AC3E}">
        <p14:creationId xmlns:p14="http://schemas.microsoft.com/office/powerpoint/2010/main" val="22642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7764058C-9E81-6067-9C6A-F4A544D1A733}"/>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7C12FEE7-6492-0CB6-0B5A-EC361C024CE6}"/>
              </a:ext>
            </a:extLst>
          </p:cNvPr>
          <p:cNvSpPr>
            <a:spLocks noGrp="1"/>
          </p:cNvSpPr>
          <p:nvPr>
            <p:ph idx="1"/>
          </p:nvPr>
        </p:nvSpPr>
        <p:spPr/>
        <p:txBody>
          <a:bodyPr/>
          <a:lstStyle/>
          <a:p>
            <a:r>
              <a:rPr lang="de-DE" dirty="0"/>
              <a:t>Neue Main-file.</a:t>
            </a:r>
          </a:p>
          <a:p>
            <a:pPr lvl="1"/>
            <a:r>
              <a:rPr lang="de-DE" dirty="0"/>
              <a:t>Soll Scheduling machen</a:t>
            </a:r>
          </a:p>
          <a:p>
            <a:pPr lvl="1"/>
            <a:r>
              <a:rPr lang="de-DE" dirty="0"/>
              <a:t>Soll </a:t>
            </a:r>
            <a:r>
              <a:rPr lang="de-DE" dirty="0" err="1"/>
              <a:t>configuration</a:t>
            </a:r>
            <a:r>
              <a:rPr lang="de-DE" dirty="0"/>
              <a:t> lesen</a:t>
            </a:r>
          </a:p>
          <a:p>
            <a:pPr lvl="1"/>
            <a:r>
              <a:rPr lang="de-DE" dirty="0"/>
              <a:t>Soll CAN Kommunikation lesen und </a:t>
            </a:r>
            <a:r>
              <a:rPr lang="de-DE" dirty="0" err="1"/>
              <a:t>umschaltung</a:t>
            </a:r>
            <a:r>
              <a:rPr lang="de-DE" dirty="0"/>
              <a:t> zu Dummy Kommunikation beinhalten</a:t>
            </a:r>
          </a:p>
          <a:p>
            <a:pPr lvl="2"/>
            <a:r>
              <a:rPr lang="de-DE" dirty="0"/>
              <a:t>Dummy Kommunikation sendet dauerhaft (500ms, </a:t>
            </a:r>
            <a:r>
              <a:rPr lang="de-DE" dirty="0" err="1"/>
              <a:t>id</a:t>
            </a:r>
            <a:r>
              <a:rPr lang="de-DE" dirty="0"/>
              <a:t>=005, ambient </a:t>
            </a:r>
            <a:r>
              <a:rPr lang="de-DE" dirty="0" err="1"/>
              <a:t>temperature</a:t>
            </a:r>
            <a:r>
              <a:rPr lang="de-DE" dirty="0"/>
              <a:t> = 28 </a:t>
            </a:r>
            <a:r>
              <a:rPr lang="de-DE" dirty="0" err="1"/>
              <a:t>degree</a:t>
            </a:r>
            <a:r>
              <a:rPr lang="de-DE" dirty="0"/>
              <a:t>)</a:t>
            </a:r>
          </a:p>
          <a:p>
            <a:pPr lvl="2"/>
            <a:r>
              <a:rPr lang="de-DE" dirty="0"/>
              <a:t>Dummy Kommunikation läuft über welchen Kanal?</a:t>
            </a:r>
          </a:p>
          <a:p>
            <a:pPr lvl="1"/>
            <a:r>
              <a:rPr lang="de-DE" dirty="0"/>
              <a:t>Soll REST Server zu </a:t>
            </a:r>
            <a:r>
              <a:rPr lang="de-DE" dirty="0" err="1"/>
              <a:t>verfügung</a:t>
            </a:r>
            <a:r>
              <a:rPr lang="de-DE" dirty="0"/>
              <a:t> stellen, dort Daten publishen</a:t>
            </a:r>
          </a:p>
          <a:p>
            <a:pPr lvl="2"/>
            <a:r>
              <a:rPr lang="de-DE" dirty="0"/>
              <a:t>Erstmal nur Lesen</a:t>
            </a:r>
          </a:p>
          <a:p>
            <a:pPr lvl="2"/>
            <a:r>
              <a:rPr lang="de-DE" dirty="0"/>
              <a:t>Konfiguration kommt später</a:t>
            </a:r>
          </a:p>
          <a:p>
            <a:pPr lvl="1"/>
            <a:r>
              <a:rPr lang="de-DE" dirty="0"/>
              <a:t>Soll Scheduling machen</a:t>
            </a:r>
          </a:p>
          <a:p>
            <a:pPr lvl="1"/>
            <a:endParaRPr lang="de-DE" dirty="0"/>
          </a:p>
          <a:p>
            <a:r>
              <a:rPr lang="de-DE" dirty="0"/>
              <a:t>DAS Können wir wieder </a:t>
            </a:r>
            <a:r>
              <a:rPr lang="de-DE" dirty="0" err="1"/>
              <a:t>Testdriven</a:t>
            </a:r>
            <a:r>
              <a:rPr lang="de-DE" dirty="0"/>
              <a:t> machen!</a:t>
            </a:r>
          </a:p>
          <a:p>
            <a:pPr lvl="1"/>
            <a:r>
              <a:rPr lang="de-DE" dirty="0"/>
              <a:t>Hierzu brauchen wir Lokale SW-Ausführung, das ist nach dem restlichen Zeug mittlerweile ziemlich einfach.</a:t>
            </a:r>
          </a:p>
        </p:txBody>
      </p:sp>
      <p:sp>
        <p:nvSpPr>
          <p:cNvPr id="4" name="Datumsplatzhalter 3">
            <a:extLst>
              <a:ext uri="{FF2B5EF4-FFF2-40B4-BE49-F238E27FC236}">
                <a16:creationId xmlns:a16="http://schemas.microsoft.com/office/drawing/2014/main" id="{AAC8D4BD-E735-05EB-F77D-D020558DE7C7}"/>
              </a:ext>
            </a:extLst>
          </p:cNvPr>
          <p:cNvSpPr>
            <a:spLocks noGrp="1"/>
          </p:cNvSpPr>
          <p:nvPr>
            <p:ph type="dt" sz="half" idx="2"/>
          </p:nvPr>
        </p:nvSpPr>
        <p:spPr/>
        <p:txBody>
          <a:bodyPr/>
          <a:lstStyle/>
          <a:p>
            <a:fld id="{A4055450-52AE-4C8B-9714-2843C81CF833}" type="datetime1">
              <a:rPr lang="de-DE" smtClean="0"/>
              <a:t>05.09.2026</a:t>
            </a:fld>
            <a:endParaRPr lang="de-DE" dirty="0"/>
          </a:p>
        </p:txBody>
      </p:sp>
      <p:sp>
        <p:nvSpPr>
          <p:cNvPr id="5" name="Titel 4">
            <a:extLst>
              <a:ext uri="{FF2B5EF4-FFF2-40B4-BE49-F238E27FC236}">
                <a16:creationId xmlns:a16="http://schemas.microsoft.com/office/drawing/2014/main" id="{A2967B5E-427C-B78E-EF52-347A2214B988}"/>
              </a:ext>
            </a:extLst>
          </p:cNvPr>
          <p:cNvSpPr>
            <a:spLocks noGrp="1"/>
          </p:cNvSpPr>
          <p:nvPr>
            <p:ph type="title"/>
          </p:nvPr>
        </p:nvSpPr>
        <p:spPr/>
        <p:txBody>
          <a:bodyPr/>
          <a:lstStyle/>
          <a:p>
            <a:r>
              <a:rPr lang="de-DE" dirty="0"/>
              <a:t>Nächster Meilenstein</a:t>
            </a:r>
          </a:p>
        </p:txBody>
      </p:sp>
      <p:sp>
        <p:nvSpPr>
          <p:cNvPr id="6" name="Foliennummernplatzhalter 5">
            <a:extLst>
              <a:ext uri="{FF2B5EF4-FFF2-40B4-BE49-F238E27FC236}">
                <a16:creationId xmlns:a16="http://schemas.microsoft.com/office/drawing/2014/main" id="{80BF7729-3B21-44CB-D0BF-19ADE772F682}"/>
              </a:ext>
            </a:extLst>
          </p:cNvPr>
          <p:cNvSpPr>
            <a:spLocks noGrp="1"/>
          </p:cNvSpPr>
          <p:nvPr>
            <p:ph type="sldNum" sz="quarter" idx="4"/>
          </p:nvPr>
        </p:nvSpPr>
        <p:spPr/>
        <p:txBody>
          <a:bodyPr/>
          <a:lstStyle/>
          <a:p>
            <a:fld id="{369A084B-84B6-4F15-B0F5-CCDC4176846B}" type="slidenum">
              <a:rPr lang="de-DE" smtClean="0"/>
              <a:pPr/>
              <a:t>21</a:t>
            </a:fld>
            <a:endParaRPr lang="de-DE" dirty="0"/>
          </a:p>
        </p:txBody>
      </p:sp>
      <p:pic>
        <p:nvPicPr>
          <p:cNvPr id="8" name="Grafik 7">
            <a:extLst>
              <a:ext uri="{FF2B5EF4-FFF2-40B4-BE49-F238E27FC236}">
                <a16:creationId xmlns:a16="http://schemas.microsoft.com/office/drawing/2014/main" id="{905A58BE-AE38-997E-A4AF-D3E657877C3D}"/>
              </a:ext>
            </a:extLst>
          </p:cNvPr>
          <p:cNvPicPr>
            <a:picLocks noChangeAspect="1"/>
          </p:cNvPicPr>
          <p:nvPr/>
        </p:nvPicPr>
        <p:blipFill>
          <a:blip r:embed="rId2"/>
          <a:stretch>
            <a:fillRect/>
          </a:stretch>
        </p:blipFill>
        <p:spPr>
          <a:xfrm>
            <a:off x="2506587" y="5660566"/>
            <a:ext cx="1762371" cy="314369"/>
          </a:xfrm>
          <a:prstGeom prst="rect">
            <a:avLst/>
          </a:prstGeom>
        </p:spPr>
      </p:pic>
    </p:spTree>
    <p:extLst>
      <p:ext uri="{BB962C8B-B14F-4D97-AF65-F5344CB8AC3E}">
        <p14:creationId xmlns:p14="http://schemas.microsoft.com/office/powerpoint/2010/main" val="23222966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AAF478D4-DCB1-5A8E-616A-177F5EB0B78C}"/>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D05B5255-B942-39F2-7B44-B609B77AD4ED}"/>
              </a:ext>
            </a:extLst>
          </p:cNvPr>
          <p:cNvSpPr>
            <a:spLocks noGrp="1"/>
          </p:cNvSpPr>
          <p:nvPr>
            <p:ph idx="1"/>
          </p:nvPr>
        </p:nvSpPr>
        <p:spPr/>
        <p:txBody>
          <a:bodyPr/>
          <a:lstStyle/>
          <a:p>
            <a:r>
              <a:rPr lang="de-DE" dirty="0" err="1"/>
              <a:t>Canbus</a:t>
            </a:r>
            <a:r>
              <a:rPr lang="de-DE" dirty="0"/>
              <a:t> </a:t>
            </a:r>
            <a:r>
              <a:rPr lang="de-DE" dirty="0" err="1"/>
              <a:t>vial</a:t>
            </a:r>
            <a:r>
              <a:rPr lang="de-DE" dirty="0"/>
              <a:t> </a:t>
            </a:r>
            <a:r>
              <a:rPr lang="de-DE" dirty="0" err="1"/>
              <a:t>simulation</a:t>
            </a:r>
            <a:endParaRPr lang="de-DE" dirty="0"/>
          </a:p>
          <a:p>
            <a:r>
              <a:rPr lang="de-DE" dirty="0"/>
              <a:t>Rest: </a:t>
            </a:r>
            <a:r>
              <a:rPr lang="de-DE" dirty="0" err="1"/>
              <a:t>only</a:t>
            </a:r>
            <a:r>
              <a:rPr lang="de-DE" dirty="0"/>
              <a:t> </a:t>
            </a:r>
            <a:r>
              <a:rPr lang="de-DE" dirty="0" err="1"/>
              <a:t>read</a:t>
            </a:r>
            <a:r>
              <a:rPr lang="de-DE" dirty="0"/>
              <a:t> </a:t>
            </a:r>
            <a:r>
              <a:rPr lang="de-DE" dirty="0" err="1"/>
              <a:t>configurations</a:t>
            </a:r>
            <a:r>
              <a:rPr lang="de-DE" dirty="0"/>
              <a:t> and </a:t>
            </a:r>
            <a:r>
              <a:rPr lang="de-DE" dirty="0" err="1"/>
              <a:t>can</a:t>
            </a:r>
            <a:r>
              <a:rPr lang="de-DE" dirty="0"/>
              <a:t> </a:t>
            </a:r>
            <a:r>
              <a:rPr lang="de-DE" dirty="0" err="1"/>
              <a:t>value</a:t>
            </a:r>
            <a:endParaRPr lang="de-DE" dirty="0"/>
          </a:p>
          <a:p>
            <a:r>
              <a:rPr lang="de-DE" dirty="0"/>
              <a:t>Scheduler</a:t>
            </a:r>
          </a:p>
          <a:p>
            <a:r>
              <a:rPr lang="de-DE" dirty="0" err="1"/>
              <a:t>Configuration</a:t>
            </a:r>
            <a:r>
              <a:rPr lang="de-DE" dirty="0"/>
              <a:t> </a:t>
            </a:r>
            <a:r>
              <a:rPr lang="de-DE" dirty="0" err="1"/>
              <a:t>reader</a:t>
            </a:r>
            <a:endParaRPr lang="de-DE" dirty="0"/>
          </a:p>
          <a:p>
            <a:r>
              <a:rPr lang="de-DE" dirty="0"/>
              <a:t>Main</a:t>
            </a:r>
          </a:p>
          <a:p>
            <a:r>
              <a:rPr lang="de-DE" dirty="0"/>
              <a:t>Alle </a:t>
            </a:r>
            <a:r>
              <a:rPr lang="de-DE" dirty="0" err="1"/>
              <a:t>tests</a:t>
            </a:r>
            <a:r>
              <a:rPr lang="de-DE" dirty="0"/>
              <a:t> grün … Zeit fürs Review!</a:t>
            </a:r>
          </a:p>
          <a:p>
            <a:pPr lvl="1"/>
            <a:r>
              <a:rPr lang="de-DE" dirty="0"/>
              <a:t>Logger muss komplettiert werden</a:t>
            </a:r>
          </a:p>
          <a:p>
            <a:pPr lvl="1"/>
            <a:r>
              <a:rPr lang="de-DE" dirty="0"/>
              <a:t>CAN muss getestet werden (remote </a:t>
            </a:r>
            <a:r>
              <a:rPr lang="de-DE" dirty="0" err="1"/>
              <a:t>debugging</a:t>
            </a:r>
            <a:r>
              <a:rPr lang="de-DE" dirty="0"/>
              <a:t>)</a:t>
            </a:r>
          </a:p>
          <a:p>
            <a:pPr lvl="1"/>
            <a:r>
              <a:rPr lang="de-DE" dirty="0"/>
              <a:t>Logger muss aus </a:t>
            </a:r>
            <a:r>
              <a:rPr lang="de-DE"/>
              <a:t>dem Scheduler raus</a:t>
            </a:r>
          </a:p>
          <a:p>
            <a:pPr lvl="1"/>
            <a:endParaRPr lang="de-DE"/>
          </a:p>
        </p:txBody>
      </p:sp>
      <p:sp>
        <p:nvSpPr>
          <p:cNvPr id="4" name="Datumsplatzhalter 3">
            <a:extLst>
              <a:ext uri="{FF2B5EF4-FFF2-40B4-BE49-F238E27FC236}">
                <a16:creationId xmlns:a16="http://schemas.microsoft.com/office/drawing/2014/main" id="{93A77C96-4A92-789E-7B75-A0DC3CDF04AC}"/>
              </a:ext>
            </a:extLst>
          </p:cNvPr>
          <p:cNvSpPr>
            <a:spLocks noGrp="1"/>
          </p:cNvSpPr>
          <p:nvPr>
            <p:ph type="dt" sz="half" idx="2"/>
          </p:nvPr>
        </p:nvSpPr>
        <p:spPr/>
        <p:txBody>
          <a:bodyPr/>
          <a:lstStyle/>
          <a:p>
            <a:fld id="{A4055450-52AE-4C8B-9714-2843C81CF833}" type="datetime1">
              <a:rPr lang="de-DE" smtClean="0"/>
              <a:t>05.09.2026</a:t>
            </a:fld>
            <a:endParaRPr lang="de-DE" dirty="0"/>
          </a:p>
        </p:txBody>
      </p:sp>
      <p:sp>
        <p:nvSpPr>
          <p:cNvPr id="5" name="Titel 4">
            <a:extLst>
              <a:ext uri="{FF2B5EF4-FFF2-40B4-BE49-F238E27FC236}">
                <a16:creationId xmlns:a16="http://schemas.microsoft.com/office/drawing/2014/main" id="{8D8CF8AD-153E-5BDB-482B-AC3A129CE670}"/>
              </a:ext>
            </a:extLst>
          </p:cNvPr>
          <p:cNvSpPr>
            <a:spLocks noGrp="1"/>
          </p:cNvSpPr>
          <p:nvPr>
            <p:ph type="title"/>
          </p:nvPr>
        </p:nvSpPr>
        <p:spPr/>
        <p:txBody>
          <a:bodyPr/>
          <a:lstStyle/>
          <a:p>
            <a:r>
              <a:rPr lang="de-DE" dirty="0"/>
              <a:t>MVP</a:t>
            </a:r>
          </a:p>
        </p:txBody>
      </p:sp>
      <p:sp>
        <p:nvSpPr>
          <p:cNvPr id="6" name="Foliennummernplatzhalter 5">
            <a:extLst>
              <a:ext uri="{FF2B5EF4-FFF2-40B4-BE49-F238E27FC236}">
                <a16:creationId xmlns:a16="http://schemas.microsoft.com/office/drawing/2014/main" id="{71FDC844-7342-0577-D852-4A617DDCF2C4}"/>
              </a:ext>
            </a:extLst>
          </p:cNvPr>
          <p:cNvSpPr>
            <a:spLocks noGrp="1"/>
          </p:cNvSpPr>
          <p:nvPr>
            <p:ph type="sldNum" sz="quarter" idx="4"/>
          </p:nvPr>
        </p:nvSpPr>
        <p:spPr/>
        <p:txBody>
          <a:bodyPr/>
          <a:lstStyle/>
          <a:p>
            <a:fld id="{369A084B-84B6-4F15-B0F5-CCDC4176846B}" type="slidenum">
              <a:rPr lang="de-DE" smtClean="0"/>
              <a:pPr/>
              <a:t>22</a:t>
            </a:fld>
            <a:endParaRPr lang="de-DE" dirty="0"/>
          </a:p>
        </p:txBody>
      </p:sp>
    </p:spTree>
    <p:extLst>
      <p:ext uri="{BB962C8B-B14F-4D97-AF65-F5344CB8AC3E}">
        <p14:creationId xmlns:p14="http://schemas.microsoft.com/office/powerpoint/2010/main" val="346491916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Master_03_2026">
  <a:themeElements>
    <a:clrScheme name="Benutzerdefiniert 1">
      <a:dk1>
        <a:sysClr val="windowText" lastClr="000000"/>
      </a:dk1>
      <a:lt1>
        <a:sysClr val="window" lastClr="FFFFFF"/>
      </a:lt1>
      <a:dk2>
        <a:srgbClr val="0060A9"/>
      </a:dk2>
      <a:lt2>
        <a:srgbClr val="D2D8DC"/>
      </a:lt2>
      <a:accent1>
        <a:srgbClr val="0060A9"/>
      </a:accent1>
      <a:accent2>
        <a:srgbClr val="A3B7DA"/>
      </a:accent2>
      <a:accent3>
        <a:srgbClr val="748394"/>
      </a:accent3>
      <a:accent4>
        <a:srgbClr val="FFE600"/>
      </a:accent4>
      <a:accent5>
        <a:srgbClr val="006600"/>
      </a:accent5>
      <a:accent6>
        <a:srgbClr val="B6070A"/>
      </a:accent6>
      <a:hlink>
        <a:srgbClr val="006EC2"/>
      </a:hlink>
      <a:folHlink>
        <a:srgbClr val="800080"/>
      </a:folHlink>
    </a:clrScheme>
    <a:fontScheme name="Master Smart">
      <a:majorFont>
        <a:latin typeface="Arial"/>
        <a:ea typeface="Arial"/>
        <a:cs typeface="Arial"/>
      </a:majorFont>
      <a:minorFont>
        <a:latin typeface="Arial"/>
        <a:ea typeface="Arial"/>
        <a:cs typeface="Arial"/>
      </a:minorFont>
    </a:fontScheme>
    <a:fmtScheme name="Master Smart">
      <a:fillStyleLst>
        <a:solidFill>
          <a:schemeClr val="phClr"/>
        </a:solidFill>
        <a:solidFill>
          <a:schemeClr val="phClr"/>
        </a:solidFill>
        <a:solidFill>
          <a:schemeClr val="phClr"/>
        </a:solidFill>
      </a:fillStyleLst>
      <a:lnStyleLst>
        <a:ln w="19050" cap="flat" cmpd="sng" algn="ctr">
          <a:solidFill>
            <a:srgbClr val="0060A9"/>
          </a:solidFill>
          <a:prstDash val="solid"/>
        </a:ln>
        <a:ln w="19050" cap="flat" cmpd="sng" algn="ctr">
          <a:solidFill>
            <a:srgbClr val="0060A9"/>
          </a:solidFill>
          <a:prstDash val="solid"/>
        </a:ln>
        <a:ln w="19050" cap="flat" cmpd="sng" algn="ctr">
          <a:solidFill>
            <a:srgbClr val="0060A9"/>
          </a:solidFill>
          <a:prstDash val="solid"/>
        </a:ln>
      </a:lnStyleLst>
      <a:effectStyleLst>
        <a:effectStyle>
          <a:effectLst>
            <a:outerShdw blurRad="38100" dist="101600" dir="2400000" rotWithShape="0">
              <a:srgbClr val="000000">
                <a:alpha val="30000"/>
              </a:srgbClr>
            </a:outerShdw>
          </a:effectLst>
        </a:effectStyle>
        <a:effectStyle>
          <a:effectLst>
            <a:outerShdw blurRad="38100" dist="101600" dir="2400000" rotWithShape="0">
              <a:srgbClr val="000000">
                <a:alpha val="30000"/>
              </a:srgbClr>
            </a:outerShdw>
          </a:effectLst>
          <a:scene3d>
            <a:camera prst="orthographicFront">
              <a:rot lat="0" lon="0" rev="0"/>
            </a:camera>
            <a:lightRig rig="chilly" dir="r"/>
          </a:scene3d>
          <a:sp3d prstMaterial="plastic">
            <a:bevelT w="165100"/>
          </a:sp3d>
        </a:effectStyle>
        <a:effectStyle>
          <a:effectLst>
            <a:outerShdw blurRad="38100" dist="101600" dir="2400000" rotWithShape="0">
              <a:srgbClr val="000000">
                <a:alpha val="30000"/>
              </a:srgbClr>
            </a:outerShdw>
          </a:effectLst>
          <a:scene3d>
            <a:camera prst="obliqueBottomRight" fov="6000000"/>
            <a:lightRig rig="flat" dir="t"/>
          </a:scene3d>
          <a:sp3d prstMaterial="plastic">
            <a:bevelT w="254000" h="127000"/>
          </a:sp3d>
        </a:effectStyle>
      </a:effectStyleLst>
      <a:bgFillStyleLst>
        <a:solidFill>
          <a:schemeClr val="phClr"/>
        </a:solidFill>
        <a:solidFill>
          <a:schemeClr val="phClr"/>
        </a:solidFill>
        <a:solidFill>
          <a:schemeClr val="phClr"/>
        </a:solidFill>
      </a:bgFillStyleLst>
    </a:fmtScheme>
  </a:themeElements>
  <a:objectDefaults/>
  <a:extraClrSchemeLst/>
  <a:custClrLst>
    <a:custClr name="Smart Grün">
      <a:srgbClr val="ADC22D"/>
    </a:custClr>
    <a:custClr name="Smart Orange">
      <a:srgbClr val="DC931A"/>
    </a:custClr>
    <a:custClr name="Smart Dunkelblau">
      <a:srgbClr val="283F64"/>
    </a:custClr>
  </a:custClrLst>
  <a:extLst>
    <a:ext uri="{05A4C25C-085E-4340-85A3-A5531E510DB2}">
      <thm15:themeFamily xmlns:thm15="http://schemas.microsoft.com/office/thememl/2012/main" name="NEU_SmartMechatronics_Master_V1.pptx" id="{2C4A3FBB-00A2-4A63-A7E2-65568F3E95BB}" vid="{FF93C4E6-1369-469A-B131-11DCA677A941}"/>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
</customXsn>
</file>

<file path=customXml/item2.xml><?xml version="1.0" encoding="utf-8"?>
<ct:contentTypeSchema xmlns:ct="http://schemas.microsoft.com/office/2006/metadata/contentType" xmlns:ma="http://schemas.microsoft.com/office/2006/metadata/properties/metaAttributes" ct:_="" ma:_="" ma:contentTypeName="Dokument" ma:contentTypeID="0x010100ABBD9003812289408EA7333BCACF44FC" ma:contentTypeVersion="12" ma:contentTypeDescription="Ein neues Dokument erstellen." ma:contentTypeScope="" ma:versionID="0c5c1046a88a933084f5a8197ebf6a23">
  <xsd:schema xmlns:xsd="http://www.w3.org/2001/XMLSchema" xmlns:xs="http://www.w3.org/2001/XMLSchema" xmlns:p="http://schemas.microsoft.com/office/2006/metadata/properties" xmlns:ns2="b85a9d60-6535-41ad-bf5c-23a8b594cd63" xmlns:ns3="ed5c7061-1de8-4387-89c6-d21a66c01b33" targetNamespace="http://schemas.microsoft.com/office/2006/metadata/properties" ma:root="true" ma:fieldsID="f2895043163c27cc329504fc8636e150" ns2:_="" ns3:_="">
    <xsd:import namespace="b85a9d60-6535-41ad-bf5c-23a8b594cd63"/>
    <xsd:import namespace="ed5c7061-1de8-4387-89c6-d21a66c01b33"/>
    <xsd:element name="properties">
      <xsd:complexType>
        <xsd:sequence>
          <xsd:element name="documentManagement">
            <xsd:complexType>
              <xsd:all>
                <xsd:element ref="ns2:n472ea6ee43248479fb8bd9165cf026a" minOccurs="0"/>
                <xsd:element ref="ns3:TaxCatchAll" minOccurs="0"/>
                <xsd:element ref="ns3:TaxKeywordTaxHTField" minOccurs="0"/>
                <xsd:element ref="ns2:baca3e887ca7480a9d7450c9bf4a3684" minOccurs="0"/>
                <xsd:element ref="ns2:l228be0177a34db3828e80e3fa65188a" minOccurs="0"/>
                <xsd:element ref="ns3:_dlc_DocId" minOccurs="0"/>
                <xsd:element ref="ns3:_dlc_DocIdUrl" minOccurs="0"/>
                <xsd:element ref="ns3:_dlc_DocIdPersistId"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85a9d60-6535-41ad-bf5c-23a8b594cd63" elementFormDefault="qualified">
    <xsd:import namespace="http://schemas.microsoft.com/office/2006/documentManagement/types"/>
    <xsd:import namespace="http://schemas.microsoft.com/office/infopath/2007/PartnerControls"/>
    <xsd:element name="n472ea6ee43248479fb8bd9165cf026a" ma:index="9" nillable="true" ma:taxonomy="true" ma:internalName="n472ea6ee43248479fb8bd9165cf026a" ma:taxonomyFieldName="Inhaltsart" ma:displayName="Inhaltsart" ma:default="" ma:fieldId="{7472ea6e-e432-4847-9fb8-bd9165cf026a}" ma:sspId="2e2829cc-aa2a-46b2-a28b-c9f97d3d1cb4" ma:termSetId="767c6171-8aee-45fe-9245-6574c4a98c87" ma:anchorId="00000000-0000-0000-0000-000000000000" ma:open="false" ma:isKeyword="false">
      <xsd:complexType>
        <xsd:sequence>
          <xsd:element ref="pc:Terms" minOccurs="0" maxOccurs="1"/>
        </xsd:sequence>
      </xsd:complexType>
    </xsd:element>
    <xsd:element name="baca3e887ca7480a9d7450c9bf4a3684" ma:index="14" nillable="true" ma:taxonomy="true" ma:internalName="baca3e887ca7480a9d7450c9bf4a3684" ma:taxonomyFieldName="Organisation" ma:displayName="Organisation" ma:default="" ma:fieldId="{baca3e88-7ca7-480a-9d74-50c9bf4a3684}" ma:taxonomyMulti="true" ma:sspId="2e2829cc-aa2a-46b2-a28b-c9f97d3d1cb4" ma:termSetId="e3389e6f-2df5-4eb9-a59a-38e053c8fa8f" ma:anchorId="272604aa-3b6b-45a0-a37b-82e69713eb6d" ma:open="false" ma:isKeyword="false">
      <xsd:complexType>
        <xsd:sequence>
          <xsd:element ref="pc:Terms" minOccurs="0" maxOccurs="1"/>
        </xsd:sequence>
      </xsd:complexType>
    </xsd:element>
    <xsd:element name="l228be0177a34db3828e80e3fa65188a" ma:index="16" nillable="true" ma:taxonomy="true" ma:internalName="l228be0177a34db3828e80e3fa65188a" ma:taxonomyFieldName="GJ" ma:displayName="GJ" ma:default="" ma:fieldId="{5228be01-77a3-4db3-828e-80e3fa65188a}" ma:taxonomyMulti="true" ma:sspId="2e2829cc-aa2a-46b2-a28b-c9f97d3d1cb4" ma:termSetId="e3389e6f-2df5-4eb9-a59a-38e053c8fa8f" ma:anchorId="b48e39cb-534e-47f5-8a32-3ac0545ff679"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d5c7061-1de8-4387-89c6-d21a66c01b33"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1813fb6-496b-4d3a-8b99-ceada4826d4f}" ma:internalName="TaxCatchAll" ma:showField="CatchAllData" ma:web="ed5c7061-1de8-4387-89c6-d21a66c01b33">
      <xsd:complexType>
        <xsd:complexContent>
          <xsd:extension base="dms:MultiChoiceLookup">
            <xsd:sequence>
              <xsd:element name="Value" type="dms:Lookup" maxOccurs="unbounded" minOccurs="0" nillable="true"/>
            </xsd:sequence>
          </xsd:extension>
        </xsd:complexContent>
      </xsd:complexType>
    </xsd:element>
    <xsd:element name="TaxKeywordTaxHTField" ma:index="12" nillable="true" ma:taxonomy="true" ma:internalName="TaxKeywordTaxHTField" ma:taxonomyFieldName="TaxKeyword" ma:displayName="Freitext" ma:fieldId="{23f27201-bee3-471e-b2e7-b64fd8b7ca38}" ma:taxonomyMulti="true" ma:sspId="00000000-0000-0000-0000-000000000000" ma:termSetId="00000000-0000-0000-0000-000000000000" ma:anchorId="00000000-0000-0000-0000-000000000000" ma:open="true" ma:isKeyword="true">
      <xsd:complexType>
        <xsd:sequence>
          <xsd:element ref="pc:Terms" minOccurs="0" maxOccurs="1"/>
        </xsd:sequence>
      </xsd:complexType>
    </xsd:element>
    <xsd:element name="_dlc_DocId" ma:index="17" nillable="true" ma:displayName="Wert der Dokument-ID" ma:description="Der Wert der diesem Element zugewiesenen Dokument-ID." ma:internalName="_dlc_DocId" ma:readOnly="true">
      <xsd:simpleType>
        <xsd:restriction base="dms:Text"/>
      </xsd:simpleType>
    </xsd:element>
    <xsd:element name="_dlc_DocIdUrl" ma:index="18" nillable="true" ma:displayName="Dokument-ID" ma:description="Permanenter Hyperlink zu diesem Dok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9" nillable="true" ma:displayName="Beständige ID" ma:description="ID beim Hinzufügen beibehalten." ma:hidden="true" ma:internalName="_dlc_DocIdPersistId" ma:readOnly="true">
      <xsd:simpleType>
        <xsd:restriction base="dms:Boolean"/>
      </xsd:simpleType>
    </xsd:element>
    <xsd:element name="SharedWithUsers" ma:index="20"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n472ea6ee43248479fb8bd9165cf026a xmlns="b85a9d60-6535-41ad-bf5c-23a8b594cd63">
      <Terms xmlns="http://schemas.microsoft.com/office/infopath/2007/PartnerControls">
        <TermInfo xmlns="http://schemas.microsoft.com/office/infopath/2007/PartnerControls">
          <TermName xmlns="http://schemas.microsoft.com/office/infopath/2007/PartnerControls">Vorlage</TermName>
          <TermId xmlns="http://schemas.microsoft.com/office/infopath/2007/PartnerControls">f9f550ab-d043-4f5a-97bd-52764d9a66d8</TermId>
        </TermInfo>
      </Terms>
    </n472ea6ee43248479fb8bd9165cf026a>
    <TaxCatchAll xmlns="ed5c7061-1de8-4387-89c6-d21a66c01b33">
      <Value>1</Value>
    </TaxCatchAll>
    <baca3e887ca7480a9d7450c9bf4a3684 xmlns="b85a9d60-6535-41ad-bf5c-23a8b594cd63">
      <Terms xmlns="http://schemas.microsoft.com/office/infopath/2007/PartnerControls"/>
    </baca3e887ca7480a9d7450c9bf4a3684>
    <TaxKeywordTaxHTField xmlns="ed5c7061-1de8-4387-89c6-d21a66c01b33">
      <Terms xmlns="http://schemas.microsoft.com/office/infopath/2007/PartnerControls"/>
    </TaxKeywordTaxHTField>
    <l228be0177a34db3828e80e3fa65188a xmlns="b85a9d60-6535-41ad-bf5c-23a8b594cd63">
      <Terms xmlns="http://schemas.microsoft.com/office/infopath/2007/PartnerControls"/>
    </l228be0177a34db3828e80e3fa65188a>
    <_dlc_DocId xmlns="ed5c7061-1de8-4387-89c6-d21a66c01b33">SMMQM-2-502</_dlc_DocId>
    <_dlc_DocIdUrl xmlns="ed5c7061-1de8-4387-89c6-d21a66c01b33">
      <Url>https://qm.smartmechatronics.de/_layouts/15/DocIdRedir.aspx?ID=SMMQM-2-502</Url>
      <Description>SMMQM-2-502</Description>
    </_dlc_DocIdUrl>
  </documentManagement>
</p:properties>
</file>

<file path=customXml/item5.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2542BBB9-5125-4B10-A7E8-94ECB823B7F4}">
  <ds:schemaRefs>
    <ds:schemaRef ds:uri="http://schemas.microsoft.com/office/2006/metadata/customXsn"/>
  </ds:schemaRefs>
</ds:datastoreItem>
</file>

<file path=customXml/itemProps2.xml><?xml version="1.0" encoding="utf-8"?>
<ds:datastoreItem xmlns:ds="http://schemas.openxmlformats.org/officeDocument/2006/customXml" ds:itemID="{3A4D9899-9597-4249-B93D-274C75797E7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85a9d60-6535-41ad-bf5c-23a8b594cd63"/>
    <ds:schemaRef ds:uri="ed5c7061-1de8-4387-89c6-d21a66c01b3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25BD0B7-0814-4B9F-8742-BF8238DD958E}">
  <ds:schemaRefs>
    <ds:schemaRef ds:uri="http://schemas.microsoft.com/sharepoint/v3/contenttype/forms"/>
  </ds:schemaRefs>
</ds:datastoreItem>
</file>

<file path=customXml/itemProps4.xml><?xml version="1.0" encoding="utf-8"?>
<ds:datastoreItem xmlns:ds="http://schemas.openxmlformats.org/officeDocument/2006/customXml" ds:itemID="{50665C60-AC87-432A-8656-0ABA4D24EA0D}">
  <ds:schemaRefs>
    <ds:schemaRef ds:uri="http://schemas.microsoft.com/office/2006/metadata/properties"/>
    <ds:schemaRef ds:uri="b85a9d60-6535-41ad-bf5c-23a8b594cd63"/>
    <ds:schemaRef ds:uri="http://purl.org/dc/term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ed5c7061-1de8-4387-89c6-d21a66c01b33"/>
    <ds:schemaRef ds:uri="http://www.w3.org/XML/1998/namespace"/>
    <ds:schemaRef ds:uri="http://purl.org/dc/dcmitype/"/>
  </ds:schemaRefs>
</ds:datastoreItem>
</file>

<file path=customXml/itemProps5.xml><?xml version="1.0" encoding="utf-8"?>
<ds:datastoreItem xmlns:ds="http://schemas.openxmlformats.org/officeDocument/2006/customXml" ds:itemID="{E99409AA-F62D-4F5E-BBC6-9D8E661CE4FC}">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1609</Words>
  <Application>Microsoft Office PowerPoint</Application>
  <PresentationFormat>Breitbild</PresentationFormat>
  <Paragraphs>265</Paragraphs>
  <Slides>22</Slides>
  <Notes>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22</vt:i4>
      </vt:variant>
    </vt:vector>
  </HeadingPairs>
  <TitlesOfParts>
    <vt:vector size="26" baseType="lpstr">
      <vt:lpstr>Arial</vt:lpstr>
      <vt:lpstr>Wingdings</vt:lpstr>
      <vt:lpstr>Master_03_2026</vt:lpstr>
      <vt:lpstr>think-cell Folie</vt:lpstr>
      <vt:lpstr>Softwarearchäologie live</vt:lpstr>
      <vt:lpstr>Gedächtnisprotokoll</vt:lpstr>
      <vt:lpstr>Historie</vt:lpstr>
      <vt:lpstr>Lösungsansatz</vt:lpstr>
      <vt:lpstr>Was lief?</vt:lpstr>
      <vt:lpstr>Zeitsprung: 2026</vt:lpstr>
      <vt:lpstr>Tagebuch</vt:lpstr>
      <vt:lpstr>Bestandsaufnahme</vt:lpstr>
      <vt:lpstr>IDE Aufsetzen, laufen lassen.</vt:lpstr>
      <vt:lpstr>Was sagt AI zu dem Plan?</vt:lpstr>
      <vt:lpstr>Infrastruktur</vt:lpstr>
      <vt:lpstr>Architektur / Projektplan</vt:lpstr>
      <vt:lpstr>Neuer Tag, neuer Code</vt:lpstr>
      <vt:lpstr>Lets get Cracking!</vt:lpstr>
      <vt:lpstr>Erste Tests</vt:lpstr>
      <vt:lpstr>Version 2</vt:lpstr>
      <vt:lpstr>REST-API Conctract</vt:lpstr>
      <vt:lpstr>Denkste!</vt:lpstr>
      <vt:lpstr>Refactoring</vt:lpstr>
      <vt:lpstr>Can_monitor.py</vt:lpstr>
      <vt:lpstr>Nächster Meilenstein</vt:lpstr>
      <vt:lpstr>MVP</vt:lpstr>
    </vt:vector>
  </TitlesOfParts>
  <Company>Smart Mechatronics GmbH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Schedlik, Robert</dc:creator>
  <cp:keywords/>
  <cp:lastModifiedBy>Schedlik, Robert</cp:lastModifiedBy>
  <cp:revision>18</cp:revision>
  <dcterms:created xsi:type="dcterms:W3CDTF">2026-08-20T18:08:21Z</dcterms:created>
  <dcterms:modified xsi:type="dcterms:W3CDTF">2026-09-05T18:35:47Z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0x010100ABBD9003812289408EA7333BCACF44FC</vt:lpwstr>
  </property>
  <property fmtid="{D5CDD505-2E9C-101B-9397-08002B2CF9AE}" pid="3" name="_dlc_DocIdItemGuid">
    <vt:lpwstr>a2a08328-cde5-4189-88df-47fc1044ded5</vt:lpwstr>
  </property>
  <property fmtid="{D5CDD505-2E9C-101B-9397-08002B2CF9AE}" pid="4" name="TaxKeyword">
    <vt:lpwstr/>
  </property>
  <property fmtid="{D5CDD505-2E9C-101B-9397-08002B2CF9AE}" pid="5" name="Inhaltsart">
    <vt:lpwstr>1;#Vorlage|f9f550ab-d043-4f5a-97bd-52764d9a66d8</vt:lpwstr>
  </property>
  <property fmtid="{D5CDD505-2E9C-101B-9397-08002B2CF9AE}" pid="6" name="Organisation">
    <vt:lpwstr/>
  </property>
  <property fmtid="{D5CDD505-2E9C-101B-9397-08002B2CF9AE}" pid="7" name="GJ">
    <vt:lpwstr/>
  </property>
</Properties>
</file>