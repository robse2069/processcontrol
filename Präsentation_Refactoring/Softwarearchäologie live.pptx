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9" r:id="rId6"/>
  </p:sldMasterIdLst>
  <p:notesMasterIdLst>
    <p:notesMasterId r:id="rId21"/>
  </p:notesMasterIdLst>
  <p:sldIdLst>
    <p:sldId id="256" r:id="rId7"/>
    <p:sldId id="259" r:id="rId8"/>
    <p:sldId id="257" r:id="rId9"/>
    <p:sldId id="258" r:id="rId10"/>
    <p:sldId id="260" r:id="rId11"/>
    <p:sldId id="261" r:id="rId12"/>
    <p:sldId id="263" r:id="rId13"/>
    <p:sldId id="262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Standardabschnitt" id="{E689FED7-84B7-4D43-9D3C-59D971DA7EFD}">
          <p14:sldIdLst>
            <p14:sldId id="256"/>
            <p14:sldId id="259"/>
            <p14:sldId id="257"/>
            <p14:sldId id="258"/>
            <p14:sldId id="260"/>
            <p14:sldId id="261"/>
            <p14:sldId id="263"/>
            <p14:sldId id="262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3" pos="3840">
          <p15:clr>
            <a:srgbClr val="A4A3A4"/>
          </p15:clr>
        </p15:guide>
        <p15:guide id="4" orient="horz" pos="618" userDrawn="1">
          <p15:clr>
            <a:srgbClr val="A4A3A4"/>
          </p15:clr>
        </p15:guide>
        <p15:guide id="5" orient="horz" pos="3430" userDrawn="1">
          <p15:clr>
            <a:srgbClr val="A4A3A4"/>
          </p15:clr>
        </p15:guide>
        <p15:guide id="6" orient="horz" pos="23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A2C617"/>
    <a:srgbClr val="F39200"/>
    <a:srgbClr val="C8D4E9"/>
    <a:srgbClr val="18C61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242" autoAdjust="0"/>
  </p:normalViewPr>
  <p:slideViewPr>
    <p:cSldViewPr>
      <p:cViewPr varScale="1">
        <p:scale>
          <a:sx n="98" d="100"/>
          <a:sy n="98" d="100"/>
        </p:scale>
        <p:origin x="1074" y="78"/>
      </p:cViewPr>
      <p:guideLst>
        <p:guide pos="3840"/>
        <p:guide orient="horz" pos="618"/>
        <p:guide orient="horz" pos="3430"/>
        <p:guide orient="horz" pos="2324"/>
      </p:guideLst>
    </p:cSldViewPr>
  </p:slideViewPr>
  <p:outlineViewPr>
    <p:cViewPr>
      <p:scale>
        <a:sx n="33" d="100"/>
        <a:sy n="33" d="100"/>
      </p:scale>
      <p:origin x="0" y="-10205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customXml" Target="../customXml/item5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06C263-4D2E-4C92-987A-26939407BB84}" type="datetimeFigureOut">
              <a:rPr lang="de-DE" smtClean="0"/>
              <a:t>21.08.2026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0A6638-6C2D-4742-9782-F81066FA59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2019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6.emf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6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smartmechatronics.de/" TargetMode="Externa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smartmechatronics.de/" TargetMode="Externa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www.smartmechatronics.de/" TargetMode="External"/><Relationship Id="rId4" Type="http://schemas.openxmlformats.org/officeDocument/2006/relationships/image" Target="../media/image7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www.smartmechatronics.de/" TargetMode="Externa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3563256-19A5-D506-54D7-2F89088CF48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3F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D223AE6B-A04E-6009-26D1-7AEDDF70A3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3820" y="150646"/>
            <a:ext cx="2184198" cy="47004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1301831" y="1701098"/>
            <a:ext cx="8428324" cy="1439862"/>
          </a:xfrm>
          <a:prstGeom prst="rect">
            <a:avLst/>
          </a:prstGeom>
        </p:spPr>
        <p:txBody>
          <a:bodyPr bIns="0">
            <a:noAutofit/>
          </a:bodyPr>
          <a:lstStyle>
            <a:lvl1pPr>
              <a:defRPr sz="4923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1311032" y="3356991"/>
            <a:ext cx="8428322" cy="1584898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59931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8BA7BBD4-3A2A-0CB2-65FE-A97428C587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648" r="2271" b="13242"/>
          <a:stretch/>
        </p:blipFill>
        <p:spPr>
          <a:xfrm>
            <a:off x="-24681" y="725"/>
            <a:ext cx="12241361" cy="6856549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CAC215F3-11B9-6928-9768-D92A4813B8F1}"/>
              </a:ext>
            </a:extLst>
          </p:cNvPr>
          <p:cNvSpPr/>
          <p:nvPr userDrawn="1"/>
        </p:nvSpPr>
        <p:spPr>
          <a:xfrm>
            <a:off x="-24681" y="0"/>
            <a:ext cx="12192000" cy="6858000"/>
          </a:xfrm>
          <a:prstGeom prst="rect">
            <a:avLst/>
          </a:prstGeom>
          <a:solidFill>
            <a:srgbClr val="283F64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917CD3B-2A3D-DFF2-BADF-50BDE6DE92A2}"/>
              </a:ext>
            </a:extLst>
          </p:cNvPr>
          <p:cNvSpPr/>
          <p:nvPr userDrawn="1"/>
        </p:nvSpPr>
        <p:spPr>
          <a:xfrm>
            <a:off x="-24681" y="4005064"/>
            <a:ext cx="11417300" cy="2162389"/>
          </a:xfrm>
          <a:prstGeom prst="rect">
            <a:avLst/>
          </a:prstGeom>
          <a:solidFill>
            <a:srgbClr val="283F64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D223AE6B-A04E-6009-26D1-7AEDDF70A3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3820" y="150646"/>
            <a:ext cx="2184198" cy="47004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686199" y="4594677"/>
            <a:ext cx="8428324" cy="647781"/>
          </a:xfrm>
          <a:prstGeom prst="rect">
            <a:avLst/>
          </a:prstGeom>
        </p:spPr>
        <p:txBody>
          <a:bodyPr bIns="0" anchor="t">
            <a:noAutofit/>
          </a:bodyPr>
          <a:lstStyle>
            <a:lvl1pPr>
              <a:defRPr sz="4923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695400" y="5367349"/>
            <a:ext cx="8428322" cy="503758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67968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8BA7BBD4-3A2A-0CB2-65FE-A97428C587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76" t="20988" r="13124" b="20988"/>
          <a:stretch>
            <a:fillRect/>
          </a:stretch>
        </p:blipFill>
        <p:spPr>
          <a:xfrm>
            <a:off x="-24681" y="725"/>
            <a:ext cx="12241361" cy="6856549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CAC215F3-11B9-6928-9768-D92A4813B8F1}"/>
              </a:ext>
            </a:extLst>
          </p:cNvPr>
          <p:cNvSpPr/>
          <p:nvPr userDrawn="1"/>
        </p:nvSpPr>
        <p:spPr>
          <a:xfrm>
            <a:off x="-24681" y="0"/>
            <a:ext cx="12192000" cy="6858000"/>
          </a:xfrm>
          <a:prstGeom prst="rect">
            <a:avLst/>
          </a:prstGeom>
          <a:solidFill>
            <a:srgbClr val="283F64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917CD3B-2A3D-DFF2-BADF-50BDE6DE92A2}"/>
              </a:ext>
            </a:extLst>
          </p:cNvPr>
          <p:cNvSpPr/>
          <p:nvPr userDrawn="1"/>
        </p:nvSpPr>
        <p:spPr>
          <a:xfrm>
            <a:off x="-24681" y="4005064"/>
            <a:ext cx="11417300" cy="2162389"/>
          </a:xfrm>
          <a:prstGeom prst="rect">
            <a:avLst/>
          </a:prstGeom>
          <a:solidFill>
            <a:srgbClr val="283F64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D223AE6B-A04E-6009-26D1-7AEDDF70A3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3820" y="150646"/>
            <a:ext cx="2184198" cy="47004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686199" y="4594677"/>
            <a:ext cx="8428324" cy="647781"/>
          </a:xfrm>
          <a:prstGeom prst="rect">
            <a:avLst/>
          </a:prstGeom>
        </p:spPr>
        <p:txBody>
          <a:bodyPr bIns="0" anchor="t">
            <a:noAutofit/>
          </a:bodyPr>
          <a:lstStyle>
            <a:lvl1pPr>
              <a:defRPr sz="4923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695400" y="5367349"/>
            <a:ext cx="8428322" cy="503758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173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3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ACC126C0-CB14-F455-29FE-F3B427E62B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2363" b="-23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AC215F3-11B9-6928-9768-D92A4813B8F1}"/>
              </a:ext>
            </a:extLst>
          </p:cNvPr>
          <p:cNvSpPr/>
          <p:nvPr userDrawn="1"/>
        </p:nvSpPr>
        <p:spPr>
          <a:xfrm>
            <a:off x="-24681" y="0"/>
            <a:ext cx="12192000" cy="6858000"/>
          </a:xfrm>
          <a:prstGeom prst="rect">
            <a:avLst/>
          </a:prstGeom>
          <a:solidFill>
            <a:srgbClr val="283F64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917CD3B-2A3D-DFF2-BADF-50BDE6DE92A2}"/>
              </a:ext>
            </a:extLst>
          </p:cNvPr>
          <p:cNvSpPr/>
          <p:nvPr userDrawn="1"/>
        </p:nvSpPr>
        <p:spPr>
          <a:xfrm>
            <a:off x="-24681" y="4005064"/>
            <a:ext cx="11417300" cy="2162389"/>
          </a:xfrm>
          <a:prstGeom prst="rect">
            <a:avLst/>
          </a:prstGeom>
          <a:solidFill>
            <a:srgbClr val="283F64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D223AE6B-A04E-6009-26D1-7AEDDF70A3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3820" y="150646"/>
            <a:ext cx="2184198" cy="47004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686199" y="4594677"/>
            <a:ext cx="8428324" cy="647781"/>
          </a:xfrm>
          <a:prstGeom prst="rect">
            <a:avLst/>
          </a:prstGeom>
        </p:spPr>
        <p:txBody>
          <a:bodyPr bIns="0" anchor="t">
            <a:noAutofit/>
          </a:bodyPr>
          <a:lstStyle>
            <a:lvl1pPr>
              <a:defRPr sz="4923"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695400" y="5367349"/>
            <a:ext cx="8428322" cy="503758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bg1"/>
                </a:solidFill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969" b="0">
                <a:solidFill>
                  <a:schemeClr val="tx1"/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01369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1C502D48-09D3-C2E4-97BC-9B6D8E050D71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627" b="37003"/>
          <a:stretch/>
        </p:blipFill>
        <p:spPr bwMode="auto">
          <a:xfrm>
            <a:off x="0" y="0"/>
            <a:ext cx="12192000" cy="6885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1E8CBA2F-F9FE-38D9-2D7D-4FDE079E45FA}"/>
              </a:ext>
            </a:extLst>
          </p:cNvPr>
          <p:cNvSpPr/>
          <p:nvPr userDrawn="1"/>
        </p:nvSpPr>
        <p:spPr>
          <a:xfrm>
            <a:off x="349816" y="-6180"/>
            <a:ext cx="5746184" cy="6891563"/>
          </a:xfrm>
          <a:custGeom>
            <a:avLst/>
            <a:gdLst>
              <a:gd name="connsiteX0" fmla="*/ 0 w 3724176"/>
              <a:gd name="connsiteY0" fmla="*/ 0 h 6885384"/>
              <a:gd name="connsiteX1" fmla="*/ 3724176 w 3724176"/>
              <a:gd name="connsiteY1" fmla="*/ 0 h 6885384"/>
              <a:gd name="connsiteX2" fmla="*/ 3724176 w 3724176"/>
              <a:gd name="connsiteY2" fmla="*/ 6885384 h 6885384"/>
              <a:gd name="connsiteX3" fmla="*/ 0 w 3724176"/>
              <a:gd name="connsiteY3" fmla="*/ 6885384 h 6885384"/>
              <a:gd name="connsiteX4" fmla="*/ 0 w 3724176"/>
              <a:gd name="connsiteY4" fmla="*/ 0 h 6885384"/>
              <a:gd name="connsiteX0" fmla="*/ 5080 w 3729256"/>
              <a:gd name="connsiteY0" fmla="*/ 0 h 6885384"/>
              <a:gd name="connsiteX1" fmla="*/ 3729256 w 3729256"/>
              <a:gd name="connsiteY1" fmla="*/ 0 h 6885384"/>
              <a:gd name="connsiteX2" fmla="*/ 3729256 w 3729256"/>
              <a:gd name="connsiteY2" fmla="*/ 6885384 h 6885384"/>
              <a:gd name="connsiteX3" fmla="*/ 5080 w 3729256"/>
              <a:gd name="connsiteY3" fmla="*/ 6885384 h 6885384"/>
              <a:gd name="connsiteX4" fmla="*/ 0 w 3729256"/>
              <a:gd name="connsiteY4" fmla="*/ 1470660 h 6885384"/>
              <a:gd name="connsiteX5" fmla="*/ 5080 w 3729256"/>
              <a:gd name="connsiteY5" fmla="*/ 0 h 6885384"/>
              <a:gd name="connsiteX0" fmla="*/ 277374 w 4001550"/>
              <a:gd name="connsiteY0" fmla="*/ 0 h 6885384"/>
              <a:gd name="connsiteX1" fmla="*/ 4001550 w 4001550"/>
              <a:gd name="connsiteY1" fmla="*/ 0 h 6885384"/>
              <a:gd name="connsiteX2" fmla="*/ 4001550 w 4001550"/>
              <a:gd name="connsiteY2" fmla="*/ 6885384 h 6885384"/>
              <a:gd name="connsiteX3" fmla="*/ 277374 w 4001550"/>
              <a:gd name="connsiteY3" fmla="*/ 6885384 h 6885384"/>
              <a:gd name="connsiteX4" fmla="*/ 272294 w 4001550"/>
              <a:gd name="connsiteY4" fmla="*/ 2225040 h 6885384"/>
              <a:gd name="connsiteX5" fmla="*/ 272294 w 4001550"/>
              <a:gd name="connsiteY5" fmla="*/ 1470660 h 6885384"/>
              <a:gd name="connsiteX6" fmla="*/ 277374 w 4001550"/>
              <a:gd name="connsiteY6" fmla="*/ 0 h 6885384"/>
              <a:gd name="connsiteX0" fmla="*/ 5716 w 3729892"/>
              <a:gd name="connsiteY0" fmla="*/ 0 h 6885384"/>
              <a:gd name="connsiteX1" fmla="*/ 3729892 w 3729892"/>
              <a:gd name="connsiteY1" fmla="*/ 0 h 6885384"/>
              <a:gd name="connsiteX2" fmla="*/ 3729892 w 3729892"/>
              <a:gd name="connsiteY2" fmla="*/ 6885384 h 6885384"/>
              <a:gd name="connsiteX3" fmla="*/ 5716 w 3729892"/>
              <a:gd name="connsiteY3" fmla="*/ 6885384 h 6885384"/>
              <a:gd name="connsiteX4" fmla="*/ 636 w 3729892"/>
              <a:gd name="connsiteY4" fmla="*/ 2225040 h 6885384"/>
              <a:gd name="connsiteX5" fmla="*/ 636 w 3729892"/>
              <a:gd name="connsiteY5" fmla="*/ 1470660 h 6885384"/>
              <a:gd name="connsiteX6" fmla="*/ 5716 w 3729892"/>
              <a:gd name="connsiteY6" fmla="*/ 0 h 6885384"/>
              <a:gd name="connsiteX0" fmla="*/ 5457 w 3729633"/>
              <a:gd name="connsiteY0" fmla="*/ 0 h 6885384"/>
              <a:gd name="connsiteX1" fmla="*/ 3729633 w 3729633"/>
              <a:gd name="connsiteY1" fmla="*/ 0 h 6885384"/>
              <a:gd name="connsiteX2" fmla="*/ 3729633 w 3729633"/>
              <a:gd name="connsiteY2" fmla="*/ 6885384 h 6885384"/>
              <a:gd name="connsiteX3" fmla="*/ 5457 w 3729633"/>
              <a:gd name="connsiteY3" fmla="*/ 6885384 h 6885384"/>
              <a:gd name="connsiteX4" fmla="*/ 377 w 3729633"/>
              <a:gd name="connsiteY4" fmla="*/ 2225040 h 6885384"/>
              <a:gd name="connsiteX5" fmla="*/ 377 w 3729633"/>
              <a:gd name="connsiteY5" fmla="*/ 1805940 h 6885384"/>
              <a:gd name="connsiteX6" fmla="*/ 377 w 3729633"/>
              <a:gd name="connsiteY6" fmla="*/ 1470660 h 6885384"/>
              <a:gd name="connsiteX7" fmla="*/ 5457 w 3729633"/>
              <a:gd name="connsiteY7" fmla="*/ 0 h 6885384"/>
              <a:gd name="connsiteX0" fmla="*/ 5082 w 3729258"/>
              <a:gd name="connsiteY0" fmla="*/ 0 h 6885384"/>
              <a:gd name="connsiteX1" fmla="*/ 3729258 w 3729258"/>
              <a:gd name="connsiteY1" fmla="*/ 0 h 6885384"/>
              <a:gd name="connsiteX2" fmla="*/ 3729258 w 3729258"/>
              <a:gd name="connsiteY2" fmla="*/ 6885384 h 6885384"/>
              <a:gd name="connsiteX3" fmla="*/ 5082 w 3729258"/>
              <a:gd name="connsiteY3" fmla="*/ 6885384 h 6885384"/>
              <a:gd name="connsiteX4" fmla="*/ 2 w 3729258"/>
              <a:gd name="connsiteY4" fmla="*/ 2225040 h 6885384"/>
              <a:gd name="connsiteX5" fmla="*/ 449582 w 3729258"/>
              <a:gd name="connsiteY5" fmla="*/ 1821180 h 6885384"/>
              <a:gd name="connsiteX6" fmla="*/ 2 w 3729258"/>
              <a:gd name="connsiteY6" fmla="*/ 1470660 h 6885384"/>
              <a:gd name="connsiteX7" fmla="*/ 5082 w 3729258"/>
              <a:gd name="connsiteY7" fmla="*/ 0 h 6885384"/>
              <a:gd name="connsiteX0" fmla="*/ 5084 w 3729260"/>
              <a:gd name="connsiteY0" fmla="*/ 0 h 6885384"/>
              <a:gd name="connsiteX1" fmla="*/ 3729260 w 3729260"/>
              <a:gd name="connsiteY1" fmla="*/ 0 h 6885384"/>
              <a:gd name="connsiteX2" fmla="*/ 3729260 w 3729260"/>
              <a:gd name="connsiteY2" fmla="*/ 6885384 h 6885384"/>
              <a:gd name="connsiteX3" fmla="*/ 5084 w 3729260"/>
              <a:gd name="connsiteY3" fmla="*/ 6885384 h 6885384"/>
              <a:gd name="connsiteX4" fmla="*/ 4 w 3729260"/>
              <a:gd name="connsiteY4" fmla="*/ 2225040 h 6885384"/>
              <a:gd name="connsiteX5" fmla="*/ 449584 w 3729260"/>
              <a:gd name="connsiteY5" fmla="*/ 1821180 h 6885384"/>
              <a:gd name="connsiteX6" fmla="*/ 4 w 3729260"/>
              <a:gd name="connsiteY6" fmla="*/ 1470660 h 6885384"/>
              <a:gd name="connsiteX7" fmla="*/ 5084 w 3729260"/>
              <a:gd name="connsiteY7" fmla="*/ 0 h 6885384"/>
              <a:gd name="connsiteX0" fmla="*/ 5082 w 3729258"/>
              <a:gd name="connsiteY0" fmla="*/ 0 h 6885384"/>
              <a:gd name="connsiteX1" fmla="*/ 3729258 w 3729258"/>
              <a:gd name="connsiteY1" fmla="*/ 0 h 6885384"/>
              <a:gd name="connsiteX2" fmla="*/ 3729258 w 3729258"/>
              <a:gd name="connsiteY2" fmla="*/ 6885384 h 6885384"/>
              <a:gd name="connsiteX3" fmla="*/ 5082 w 3729258"/>
              <a:gd name="connsiteY3" fmla="*/ 6885384 h 6885384"/>
              <a:gd name="connsiteX4" fmla="*/ 2 w 3729258"/>
              <a:gd name="connsiteY4" fmla="*/ 2225040 h 6885384"/>
              <a:gd name="connsiteX5" fmla="*/ 449582 w 3729258"/>
              <a:gd name="connsiteY5" fmla="*/ 1821180 h 6885384"/>
              <a:gd name="connsiteX6" fmla="*/ 2 w 3729258"/>
              <a:gd name="connsiteY6" fmla="*/ 1470660 h 6885384"/>
              <a:gd name="connsiteX7" fmla="*/ 5082 w 3729258"/>
              <a:gd name="connsiteY7" fmla="*/ 0 h 6885384"/>
              <a:gd name="connsiteX0" fmla="*/ 5080 w 3729256"/>
              <a:gd name="connsiteY0" fmla="*/ 0 h 6885384"/>
              <a:gd name="connsiteX1" fmla="*/ 3729256 w 3729256"/>
              <a:gd name="connsiteY1" fmla="*/ 0 h 6885384"/>
              <a:gd name="connsiteX2" fmla="*/ 3729256 w 3729256"/>
              <a:gd name="connsiteY2" fmla="*/ 6885384 h 6885384"/>
              <a:gd name="connsiteX3" fmla="*/ 5080 w 3729256"/>
              <a:gd name="connsiteY3" fmla="*/ 6885384 h 6885384"/>
              <a:gd name="connsiteX4" fmla="*/ 0 w 3729256"/>
              <a:gd name="connsiteY4" fmla="*/ 2225040 h 6885384"/>
              <a:gd name="connsiteX5" fmla="*/ 449580 w 3729256"/>
              <a:gd name="connsiteY5" fmla="*/ 1821180 h 6885384"/>
              <a:gd name="connsiteX6" fmla="*/ 0 w 3729256"/>
              <a:gd name="connsiteY6" fmla="*/ 1470660 h 6885384"/>
              <a:gd name="connsiteX7" fmla="*/ 5080 w 3729256"/>
              <a:gd name="connsiteY7" fmla="*/ 0 h 6885384"/>
              <a:gd name="connsiteX0" fmla="*/ 5080 w 3729256"/>
              <a:gd name="connsiteY0" fmla="*/ 0 h 6885384"/>
              <a:gd name="connsiteX1" fmla="*/ 3729256 w 3729256"/>
              <a:gd name="connsiteY1" fmla="*/ 0 h 6885384"/>
              <a:gd name="connsiteX2" fmla="*/ 3729256 w 3729256"/>
              <a:gd name="connsiteY2" fmla="*/ 6885384 h 6885384"/>
              <a:gd name="connsiteX3" fmla="*/ 5080 w 3729256"/>
              <a:gd name="connsiteY3" fmla="*/ 6885384 h 6885384"/>
              <a:gd name="connsiteX4" fmla="*/ 0 w 3729256"/>
              <a:gd name="connsiteY4" fmla="*/ 2225040 h 6885384"/>
              <a:gd name="connsiteX5" fmla="*/ 449580 w 3729256"/>
              <a:gd name="connsiteY5" fmla="*/ 1821180 h 6885384"/>
              <a:gd name="connsiteX6" fmla="*/ 0 w 3729256"/>
              <a:gd name="connsiteY6" fmla="*/ 1470660 h 6885384"/>
              <a:gd name="connsiteX7" fmla="*/ 5080 w 3729256"/>
              <a:gd name="connsiteY7" fmla="*/ 0 h 6885384"/>
              <a:gd name="connsiteX0" fmla="*/ 5080 w 6585056"/>
              <a:gd name="connsiteY0" fmla="*/ 6179 h 6891563"/>
              <a:gd name="connsiteX1" fmla="*/ 6585056 w 6585056"/>
              <a:gd name="connsiteY1" fmla="*/ 0 h 6891563"/>
              <a:gd name="connsiteX2" fmla="*/ 3729256 w 6585056"/>
              <a:gd name="connsiteY2" fmla="*/ 6891563 h 6891563"/>
              <a:gd name="connsiteX3" fmla="*/ 5080 w 6585056"/>
              <a:gd name="connsiteY3" fmla="*/ 6891563 h 6891563"/>
              <a:gd name="connsiteX4" fmla="*/ 0 w 6585056"/>
              <a:gd name="connsiteY4" fmla="*/ 2231219 h 6891563"/>
              <a:gd name="connsiteX5" fmla="*/ 449580 w 6585056"/>
              <a:gd name="connsiteY5" fmla="*/ 1827359 h 6891563"/>
              <a:gd name="connsiteX6" fmla="*/ 0 w 6585056"/>
              <a:gd name="connsiteY6" fmla="*/ 1476839 h 6891563"/>
              <a:gd name="connsiteX7" fmla="*/ 5080 w 6585056"/>
              <a:gd name="connsiteY7" fmla="*/ 6179 h 6891563"/>
              <a:gd name="connsiteX0" fmla="*/ 5080 w 6625937"/>
              <a:gd name="connsiteY0" fmla="*/ 6179 h 6891563"/>
              <a:gd name="connsiteX1" fmla="*/ 6585056 w 6625937"/>
              <a:gd name="connsiteY1" fmla="*/ 0 h 6891563"/>
              <a:gd name="connsiteX2" fmla="*/ 6625937 w 6625937"/>
              <a:gd name="connsiteY2" fmla="*/ 6885384 h 6891563"/>
              <a:gd name="connsiteX3" fmla="*/ 5080 w 6625937"/>
              <a:gd name="connsiteY3" fmla="*/ 6891563 h 6891563"/>
              <a:gd name="connsiteX4" fmla="*/ 0 w 6625937"/>
              <a:gd name="connsiteY4" fmla="*/ 2231219 h 6891563"/>
              <a:gd name="connsiteX5" fmla="*/ 449580 w 6625937"/>
              <a:gd name="connsiteY5" fmla="*/ 1827359 h 6891563"/>
              <a:gd name="connsiteX6" fmla="*/ 0 w 6625937"/>
              <a:gd name="connsiteY6" fmla="*/ 1476839 h 6891563"/>
              <a:gd name="connsiteX7" fmla="*/ 5080 w 6625937"/>
              <a:gd name="connsiteY7" fmla="*/ 6179 h 6891563"/>
              <a:gd name="connsiteX0" fmla="*/ 5080 w 6614257"/>
              <a:gd name="connsiteY0" fmla="*/ 6179 h 6891563"/>
              <a:gd name="connsiteX1" fmla="*/ 6585056 w 6614257"/>
              <a:gd name="connsiteY1" fmla="*/ 0 h 6891563"/>
              <a:gd name="connsiteX2" fmla="*/ 6614257 w 6614257"/>
              <a:gd name="connsiteY2" fmla="*/ 6879206 h 6891563"/>
              <a:gd name="connsiteX3" fmla="*/ 5080 w 6614257"/>
              <a:gd name="connsiteY3" fmla="*/ 6891563 h 6891563"/>
              <a:gd name="connsiteX4" fmla="*/ 0 w 6614257"/>
              <a:gd name="connsiteY4" fmla="*/ 2231219 h 6891563"/>
              <a:gd name="connsiteX5" fmla="*/ 449580 w 6614257"/>
              <a:gd name="connsiteY5" fmla="*/ 1827359 h 6891563"/>
              <a:gd name="connsiteX6" fmla="*/ 0 w 6614257"/>
              <a:gd name="connsiteY6" fmla="*/ 1476839 h 6891563"/>
              <a:gd name="connsiteX7" fmla="*/ 5080 w 6614257"/>
              <a:gd name="connsiteY7" fmla="*/ 6179 h 6891563"/>
              <a:gd name="connsiteX0" fmla="*/ 5080 w 6596736"/>
              <a:gd name="connsiteY0" fmla="*/ 6179 h 6891563"/>
              <a:gd name="connsiteX1" fmla="*/ 6585056 w 6596736"/>
              <a:gd name="connsiteY1" fmla="*/ 0 h 6891563"/>
              <a:gd name="connsiteX2" fmla="*/ 6596736 w 6596736"/>
              <a:gd name="connsiteY2" fmla="*/ 6879206 h 6891563"/>
              <a:gd name="connsiteX3" fmla="*/ 5080 w 6596736"/>
              <a:gd name="connsiteY3" fmla="*/ 6891563 h 6891563"/>
              <a:gd name="connsiteX4" fmla="*/ 0 w 6596736"/>
              <a:gd name="connsiteY4" fmla="*/ 2231219 h 6891563"/>
              <a:gd name="connsiteX5" fmla="*/ 449580 w 6596736"/>
              <a:gd name="connsiteY5" fmla="*/ 1827359 h 6891563"/>
              <a:gd name="connsiteX6" fmla="*/ 0 w 6596736"/>
              <a:gd name="connsiteY6" fmla="*/ 1476839 h 6891563"/>
              <a:gd name="connsiteX7" fmla="*/ 5080 w 6596736"/>
              <a:gd name="connsiteY7" fmla="*/ 6179 h 6891563"/>
              <a:gd name="connsiteX0" fmla="*/ 5715 w 6597371"/>
              <a:gd name="connsiteY0" fmla="*/ 6179 h 6891563"/>
              <a:gd name="connsiteX1" fmla="*/ 6585691 w 6597371"/>
              <a:gd name="connsiteY1" fmla="*/ 0 h 6891563"/>
              <a:gd name="connsiteX2" fmla="*/ 6597371 w 6597371"/>
              <a:gd name="connsiteY2" fmla="*/ 6879206 h 6891563"/>
              <a:gd name="connsiteX3" fmla="*/ 5715 w 6597371"/>
              <a:gd name="connsiteY3" fmla="*/ 6891563 h 6891563"/>
              <a:gd name="connsiteX4" fmla="*/ 635 w 6597371"/>
              <a:gd name="connsiteY4" fmla="*/ 2231219 h 6891563"/>
              <a:gd name="connsiteX5" fmla="*/ 635 w 6597371"/>
              <a:gd name="connsiteY5" fmla="*/ 1476839 h 6891563"/>
              <a:gd name="connsiteX6" fmla="*/ 5715 w 6597371"/>
              <a:gd name="connsiteY6" fmla="*/ 6179 h 6891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597371" h="6891563">
                <a:moveTo>
                  <a:pt x="5715" y="6179"/>
                </a:moveTo>
                <a:lnTo>
                  <a:pt x="6585691" y="0"/>
                </a:lnTo>
                <a:cubicBezTo>
                  <a:pt x="6589584" y="2293069"/>
                  <a:pt x="6593478" y="4586137"/>
                  <a:pt x="6597371" y="6879206"/>
                </a:cubicBezTo>
                <a:lnTo>
                  <a:pt x="5715" y="6891563"/>
                </a:lnTo>
                <a:cubicBezTo>
                  <a:pt x="9012" y="6061499"/>
                  <a:pt x="1482" y="3133673"/>
                  <a:pt x="635" y="2231219"/>
                </a:cubicBezTo>
                <a:cubicBezTo>
                  <a:pt x="-212" y="1328765"/>
                  <a:pt x="-212" y="1847679"/>
                  <a:pt x="635" y="1476839"/>
                </a:cubicBezTo>
                <a:cubicBezTo>
                  <a:pt x="2328" y="986619"/>
                  <a:pt x="4022" y="496399"/>
                  <a:pt x="5715" y="6179"/>
                </a:cubicBezTo>
                <a:close/>
              </a:path>
            </a:pathLst>
          </a:custGeom>
          <a:solidFill>
            <a:srgbClr val="283F64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3">
            <a:extLst>
              <a:ext uri="{FF2B5EF4-FFF2-40B4-BE49-F238E27FC236}">
                <a16:creationId xmlns:a16="http://schemas.microsoft.com/office/drawing/2014/main" id="{4123F42A-2BB6-9193-7260-1F02ABF85F21}"/>
              </a:ext>
            </a:extLst>
          </p:cNvPr>
          <p:cNvSpPr txBox="1">
            <a:spLocks/>
          </p:cNvSpPr>
          <p:nvPr userDrawn="1"/>
        </p:nvSpPr>
        <p:spPr>
          <a:xfrm>
            <a:off x="623392" y="258762"/>
            <a:ext cx="9754043" cy="424800"/>
          </a:xfrm>
          <a:prstGeom prst="rect">
            <a:avLst/>
          </a:prstGeom>
        </p:spPr>
        <p:txBody>
          <a:bodyPr vert="horz" lIns="0" tIns="72000" rIns="0" bIns="0" rtlCol="0" anchor="b">
            <a:noAutofit/>
          </a:bodyPr>
          <a:lstStyle>
            <a:lvl1pPr algn="l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4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708" b="1">
                <a:solidFill>
                  <a:schemeClr val="tx2"/>
                </a:solidFill>
                <a:latin typeface="Arial" charset="0"/>
                <a:cs typeface="Arial" charset="0"/>
              </a:defRPr>
            </a:lvl2pPr>
            <a:lvl3pPr algn="l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708" b="1">
                <a:solidFill>
                  <a:schemeClr val="tx2"/>
                </a:solidFill>
                <a:latin typeface="Arial" charset="0"/>
                <a:cs typeface="Arial" charset="0"/>
              </a:defRPr>
            </a:lvl3pPr>
            <a:lvl4pPr algn="l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708" b="1">
                <a:solidFill>
                  <a:schemeClr val="tx2"/>
                </a:solidFill>
                <a:latin typeface="Arial" charset="0"/>
                <a:cs typeface="Arial" charset="0"/>
              </a:defRPr>
            </a:lvl4pPr>
            <a:lvl5pPr algn="l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708" b="1">
                <a:solidFill>
                  <a:schemeClr val="tx2"/>
                </a:solidFill>
                <a:latin typeface="Arial" charset="0"/>
                <a:cs typeface="Arial" charset="0"/>
              </a:defRPr>
            </a:lvl5pPr>
            <a:lvl6pPr marL="562722" algn="l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708" b="1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1125444" algn="l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708" b="1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688165" algn="l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708" b="1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2250887" algn="l" rtl="0" eaLnBrk="1" fontAlgn="base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708" b="1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de-DE" dirty="0"/>
              <a:t>Agenda</a:t>
            </a:r>
          </a:p>
        </p:txBody>
      </p:sp>
      <p:sp>
        <p:nvSpPr>
          <p:cNvPr id="10" name="Textplatzhalter 4">
            <a:extLst>
              <a:ext uri="{FF2B5EF4-FFF2-40B4-BE49-F238E27FC236}">
                <a16:creationId xmlns:a16="http://schemas.microsoft.com/office/drawing/2014/main" id="{12E63DA2-4F02-12B4-2652-7D440B43E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613" y="984303"/>
            <a:ext cx="5021340" cy="56149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chemeClr val="bg1"/>
              </a:buClr>
              <a:defRPr lang="de-DE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1" name="Grafik 10" descr="Ein Bild, das Text, Schrif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9EADC615-AA60-7A1C-E3CF-37F9FF19153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3820" y="150646"/>
            <a:ext cx="2184198" cy="470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659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881309" y="6584951"/>
            <a:ext cx="5012928" cy="215900"/>
          </a:xfrm>
          <a:prstGeom prst="rect">
            <a:avLst/>
          </a:prstGeom>
        </p:spPr>
        <p:txBody>
          <a:bodyPr vert="horz" lIns="0" tIns="45715" rIns="91429" bIns="45715" rtlCol="0" anchor="ctr"/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12" name="Textplatzhalter 4"/>
          <p:cNvSpPr>
            <a:spLocks noGrp="1"/>
          </p:cNvSpPr>
          <p:nvPr>
            <p:ph idx="1"/>
          </p:nvPr>
        </p:nvSpPr>
        <p:spPr>
          <a:xfrm>
            <a:off x="360362" y="883065"/>
            <a:ext cx="11469239" cy="56149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chemeClr val="bg1"/>
              </a:buClr>
              <a:defRPr lang="de-DE" b="1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16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14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Rectangle 3"/>
          <p:cNvSpPr>
            <a:spLocks noGrp="1"/>
          </p:cNvSpPr>
          <p:nvPr>
            <p:ph type="dt" sz="half" idx="2"/>
          </p:nvPr>
        </p:nvSpPr>
        <p:spPr>
          <a:xfrm>
            <a:off x="360363" y="6586439"/>
            <a:ext cx="493866" cy="216000"/>
          </a:xfrm>
          <a:prstGeom prst="rect">
            <a:avLst/>
          </a:prstGeom>
        </p:spPr>
        <p:txBody>
          <a:bodyPr wrap="none" lIns="0" tIns="0" rIns="0" bIns="0" anchor="ctr"/>
          <a:lstStyle>
            <a:lvl1pPr eaLnBrk="1" latinLnBrk="0" hangingPunct="1">
              <a:defRPr kumimoji="0" lang="de-DE" sz="700">
                <a:solidFill>
                  <a:schemeClr val="accent2"/>
                </a:solidFill>
              </a:defRPr>
            </a:lvl1pPr>
            <a:extLst/>
          </a:lstStyle>
          <a:p>
            <a:fld id="{A4055450-52AE-4C8B-9714-2843C81CF833}" type="datetime1">
              <a:rPr lang="de-DE" smtClean="0"/>
              <a:t>21.08.2026</a:t>
            </a:fld>
            <a:endParaRPr lang="de-DE" dirty="0"/>
          </a:p>
        </p:txBody>
      </p:sp>
      <p:sp>
        <p:nvSpPr>
          <p:cNvPr id="7" name="Titelplatzhalter 6"/>
          <p:cNvSpPr>
            <a:spLocks noGrp="1"/>
          </p:cNvSpPr>
          <p:nvPr>
            <p:ph type="title" hasCustomPrompt="1"/>
          </p:nvPr>
        </p:nvSpPr>
        <p:spPr>
          <a:xfrm>
            <a:off x="360000" y="257175"/>
            <a:ext cx="9127667" cy="428625"/>
          </a:xfrm>
          <a:prstGeom prst="rect">
            <a:avLst/>
          </a:prstGeom>
        </p:spPr>
        <p:txBody>
          <a:bodyPr vert="horz" lIns="0" tIns="72000" rIns="0" bIns="0" rtlCol="0" anchor="b">
            <a:noAutofit/>
          </a:bodyPr>
          <a:lstStyle/>
          <a:p>
            <a:r>
              <a:rPr lang="de-DE" dirty="0"/>
              <a:t>Überschrift (24pt) durch Klicken bearbeiten</a:t>
            </a:r>
          </a:p>
        </p:txBody>
      </p:sp>
      <p:sp>
        <p:nvSpPr>
          <p:cNvPr id="8" name="Foliennummernplatzhalter 2"/>
          <p:cNvSpPr>
            <a:spLocks noGrp="1"/>
          </p:cNvSpPr>
          <p:nvPr>
            <p:ph type="sldNum" sz="quarter" idx="4"/>
          </p:nvPr>
        </p:nvSpPr>
        <p:spPr>
          <a:xfrm>
            <a:off x="11463338" y="6586542"/>
            <a:ext cx="366712" cy="215901"/>
          </a:xfrm>
          <a:prstGeom prst="rect">
            <a:avLst/>
          </a:prstGeom>
        </p:spPr>
        <p:txBody>
          <a:bodyPr vert="horz" lIns="91429" tIns="45715" rIns="0" bIns="45715" rtlCol="0" anchor="ctr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fld id="{369A084B-84B6-4F15-B0F5-CCDC4176846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1835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Konsequen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10"/>
          <p:cNvSpPr>
            <a:spLocks noGrp="1"/>
          </p:cNvSpPr>
          <p:nvPr>
            <p:ph sz="quarter" idx="13"/>
          </p:nvPr>
        </p:nvSpPr>
        <p:spPr>
          <a:xfrm>
            <a:off x="360000" y="884238"/>
            <a:ext cx="11469600" cy="42878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1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881309" y="6584951"/>
            <a:ext cx="5012928" cy="215900"/>
          </a:xfrm>
          <a:prstGeom prst="rect">
            <a:avLst/>
          </a:prstGeom>
        </p:spPr>
        <p:txBody>
          <a:bodyPr vert="horz" lIns="0" tIns="45715" rIns="91429" bIns="45715" rtlCol="0" anchor="ctr"/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22" name="Foliennummernplatzhalter 2"/>
          <p:cNvSpPr>
            <a:spLocks noGrp="1"/>
          </p:cNvSpPr>
          <p:nvPr>
            <p:ph type="sldNum" sz="quarter" idx="4"/>
          </p:nvPr>
        </p:nvSpPr>
        <p:spPr>
          <a:xfrm>
            <a:off x="11463338" y="6586542"/>
            <a:ext cx="366712" cy="215901"/>
          </a:xfrm>
          <a:prstGeom prst="rect">
            <a:avLst/>
          </a:prstGeom>
        </p:spPr>
        <p:txBody>
          <a:bodyPr vert="horz" lIns="91429" tIns="45715" rIns="0" bIns="45715" rtlCol="0" anchor="ctr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fld id="{369A084B-84B6-4F15-B0F5-CCDC4176846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Rectangle 3"/>
          <p:cNvSpPr>
            <a:spLocks noGrp="1"/>
          </p:cNvSpPr>
          <p:nvPr>
            <p:ph type="dt" sz="half" idx="2"/>
          </p:nvPr>
        </p:nvSpPr>
        <p:spPr>
          <a:xfrm>
            <a:off x="360363" y="6586439"/>
            <a:ext cx="493866" cy="216000"/>
          </a:xfrm>
          <a:prstGeom prst="rect">
            <a:avLst/>
          </a:prstGeom>
        </p:spPr>
        <p:txBody>
          <a:bodyPr wrap="none" lIns="0" tIns="0" rIns="0" bIns="0" anchor="ctr"/>
          <a:lstStyle>
            <a:lvl1pPr eaLnBrk="1" latinLnBrk="0" hangingPunct="1">
              <a:defRPr kumimoji="0" lang="de-DE" sz="700">
                <a:solidFill>
                  <a:schemeClr val="accent2"/>
                </a:solidFill>
              </a:defRPr>
            </a:lvl1pPr>
            <a:extLst/>
          </a:lstStyle>
          <a:p>
            <a:fld id="{317BA780-0480-435A-BCD6-AEB1AD05C6D7}" type="datetime1">
              <a:rPr lang="de-DE" smtClean="0"/>
              <a:t>21.08.2026</a:t>
            </a:fld>
            <a:endParaRPr lang="de-DE" dirty="0"/>
          </a:p>
        </p:txBody>
      </p:sp>
      <p:sp>
        <p:nvSpPr>
          <p:cNvPr id="12" name="Titelplatzhalter 6"/>
          <p:cNvSpPr>
            <a:spLocks noGrp="1"/>
          </p:cNvSpPr>
          <p:nvPr>
            <p:ph type="title" hasCustomPrompt="1"/>
          </p:nvPr>
        </p:nvSpPr>
        <p:spPr>
          <a:xfrm>
            <a:off x="360000" y="257175"/>
            <a:ext cx="9127667" cy="428625"/>
          </a:xfrm>
          <a:prstGeom prst="rect">
            <a:avLst/>
          </a:prstGeom>
        </p:spPr>
        <p:txBody>
          <a:bodyPr vert="horz" lIns="0" tIns="72000" rIns="0" bIns="0" rtlCol="0" anchor="b">
            <a:noAutofit/>
          </a:bodyPr>
          <a:lstStyle/>
          <a:p>
            <a:r>
              <a:rPr lang="de-DE" dirty="0"/>
              <a:t>Überschrift (24pt) durch Klicken bearbeiten</a:t>
            </a: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ED73494D-2836-7B9B-2A68-E489710D8986}"/>
              </a:ext>
            </a:extLst>
          </p:cNvPr>
          <p:cNvGrpSpPr/>
          <p:nvPr userDrawn="1"/>
        </p:nvGrpSpPr>
        <p:grpSpPr>
          <a:xfrm>
            <a:off x="354012" y="5502256"/>
            <a:ext cx="11488927" cy="996200"/>
            <a:chOff x="354012" y="5502256"/>
            <a:chExt cx="11488927" cy="996200"/>
          </a:xfrm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55337789-6E2D-6CF1-2294-70126386A8D5}"/>
                </a:ext>
              </a:extLst>
            </p:cNvPr>
            <p:cNvSpPr/>
            <p:nvPr/>
          </p:nvSpPr>
          <p:spPr>
            <a:xfrm>
              <a:off x="354645" y="5587394"/>
              <a:ext cx="297605" cy="829723"/>
            </a:xfrm>
            <a:custGeom>
              <a:avLst/>
              <a:gdLst>
                <a:gd name="csX0" fmla="*/ 0 w 297605"/>
                <a:gd name="csY0" fmla="*/ 0 h 829723"/>
                <a:gd name="csX1" fmla="*/ 297606 w 297605"/>
                <a:gd name="csY1" fmla="*/ 416192 h 829723"/>
                <a:gd name="csX2" fmla="*/ 1140 w 297605"/>
                <a:gd name="csY2" fmla="*/ 829724 h 829723"/>
                <a:gd name="csX3" fmla="*/ 0 w 297605"/>
                <a:gd name="csY3" fmla="*/ 0 h 8297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97605" h="829723">
                  <a:moveTo>
                    <a:pt x="0" y="0"/>
                  </a:moveTo>
                  <a:lnTo>
                    <a:pt x="297606" y="416192"/>
                  </a:lnTo>
                  <a:lnTo>
                    <a:pt x="1140" y="829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C22D"/>
            </a:solidFill>
            <a:ln w="12665" cap="flat">
              <a:noFill/>
              <a:prstDash val="solid"/>
              <a:miter/>
            </a:ln>
          </p:spPr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49F2B046-27E6-4508-4B02-B4F94731ED00}"/>
                </a:ext>
              </a:extLst>
            </p:cNvPr>
            <p:cNvSpPr/>
            <p:nvPr/>
          </p:nvSpPr>
          <p:spPr>
            <a:xfrm>
              <a:off x="354012" y="5502256"/>
              <a:ext cx="11488927" cy="996200"/>
            </a:xfrm>
            <a:custGeom>
              <a:avLst/>
              <a:gdLst>
                <a:gd name="csX0" fmla="*/ 11488928 w 11488927"/>
                <a:gd name="csY0" fmla="*/ 0 h 996200"/>
                <a:gd name="csX1" fmla="*/ 0 w 11488927"/>
                <a:gd name="csY1" fmla="*/ 0 h 996200"/>
                <a:gd name="csX2" fmla="*/ 253 w 11488927"/>
                <a:gd name="csY2" fmla="*/ 380 h 996200"/>
                <a:gd name="csX3" fmla="*/ 357532 w 11488927"/>
                <a:gd name="csY3" fmla="*/ 501331 h 996200"/>
                <a:gd name="csX4" fmla="*/ 3421 w 11488927"/>
                <a:gd name="csY4" fmla="*/ 996200 h 996200"/>
                <a:gd name="csX5" fmla="*/ 11488928 w 11488927"/>
                <a:gd name="csY5" fmla="*/ 996200 h 996200"/>
                <a:gd name="csX6" fmla="*/ 11488928 w 11488927"/>
                <a:gd name="csY6" fmla="*/ 0 h 996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488927" h="996200">
                  <a:moveTo>
                    <a:pt x="11488928" y="0"/>
                  </a:moveTo>
                  <a:lnTo>
                    <a:pt x="0" y="0"/>
                  </a:lnTo>
                  <a:lnTo>
                    <a:pt x="253" y="380"/>
                  </a:lnTo>
                  <a:lnTo>
                    <a:pt x="357532" y="501331"/>
                  </a:lnTo>
                  <a:lnTo>
                    <a:pt x="3421" y="996200"/>
                  </a:lnTo>
                  <a:lnTo>
                    <a:pt x="11488928" y="996200"/>
                  </a:lnTo>
                  <a:lnTo>
                    <a:pt x="11488928" y="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12665" cap="flat">
              <a:noFill/>
              <a:prstDash val="solid"/>
              <a:miter/>
            </a:ln>
          </p:spPr>
        </p:sp>
      </p:grp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96BAF6D-DC06-C707-2E17-912C3404447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5440" y="5875701"/>
            <a:ext cx="8640762" cy="249309"/>
          </a:xfrm>
        </p:spPr>
        <p:txBody>
          <a:bodyPr/>
          <a:lstStyle>
            <a:lvl1pPr>
              <a:buNone/>
              <a:defRPr sz="1600" b="0"/>
            </a:lvl1pPr>
          </a:lstStyle>
          <a:p>
            <a:pPr lvl="0"/>
            <a:r>
              <a:rPr lang="de-DE" sz="1800" dirty="0">
                <a:solidFill>
                  <a:schemeClr val="bg1"/>
                </a:solidFill>
              </a:rPr>
              <a:t>Fazit/Konsequenz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09035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5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mit Konsequen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881309" y="6584951"/>
            <a:ext cx="5012928" cy="215900"/>
          </a:xfrm>
          <a:prstGeom prst="rect">
            <a:avLst/>
          </a:prstGeom>
        </p:spPr>
        <p:txBody>
          <a:bodyPr vert="horz" lIns="0" tIns="45715" rIns="91429" bIns="45715" rtlCol="0" anchor="ctr"/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23" name="Foliennummernplatzhalter 2"/>
          <p:cNvSpPr>
            <a:spLocks noGrp="1"/>
          </p:cNvSpPr>
          <p:nvPr>
            <p:ph type="sldNum" sz="quarter" idx="4"/>
          </p:nvPr>
        </p:nvSpPr>
        <p:spPr>
          <a:xfrm>
            <a:off x="11463338" y="6586542"/>
            <a:ext cx="366712" cy="215901"/>
          </a:xfrm>
          <a:prstGeom prst="rect">
            <a:avLst/>
          </a:prstGeom>
        </p:spPr>
        <p:txBody>
          <a:bodyPr vert="horz" lIns="91429" tIns="45715" rIns="0" bIns="45715" rtlCol="0" anchor="ctr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fld id="{369A084B-84B6-4F15-B0F5-CCDC4176846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" name="Inhaltsplatzhalter 10"/>
          <p:cNvSpPr>
            <a:spLocks noGrp="1"/>
          </p:cNvSpPr>
          <p:nvPr>
            <p:ph sz="quarter" idx="13"/>
          </p:nvPr>
        </p:nvSpPr>
        <p:spPr>
          <a:xfrm>
            <a:off x="359999" y="884239"/>
            <a:ext cx="5653451" cy="428783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9" name="Inhaltsplatzhalter 10"/>
          <p:cNvSpPr>
            <a:spLocks noGrp="1"/>
          </p:cNvSpPr>
          <p:nvPr>
            <p:ph sz="quarter" idx="16"/>
          </p:nvPr>
        </p:nvSpPr>
        <p:spPr>
          <a:xfrm>
            <a:off x="6175375" y="884238"/>
            <a:ext cx="5656317" cy="42878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Rectangle 3"/>
          <p:cNvSpPr>
            <a:spLocks noGrp="1"/>
          </p:cNvSpPr>
          <p:nvPr>
            <p:ph type="dt" sz="half" idx="2"/>
          </p:nvPr>
        </p:nvSpPr>
        <p:spPr>
          <a:xfrm>
            <a:off x="360363" y="6586439"/>
            <a:ext cx="493866" cy="216000"/>
          </a:xfrm>
          <a:prstGeom prst="rect">
            <a:avLst/>
          </a:prstGeom>
        </p:spPr>
        <p:txBody>
          <a:bodyPr wrap="none" lIns="0" tIns="0" rIns="0" bIns="0" anchor="ctr"/>
          <a:lstStyle>
            <a:lvl1pPr eaLnBrk="1" latinLnBrk="0" hangingPunct="1">
              <a:defRPr kumimoji="0" lang="de-DE" sz="700">
                <a:solidFill>
                  <a:schemeClr val="accent2"/>
                </a:solidFill>
              </a:defRPr>
            </a:lvl1pPr>
            <a:extLst/>
          </a:lstStyle>
          <a:p>
            <a:fld id="{2E854386-9774-4D50-B22F-FCB1CC96DF59}" type="datetime1">
              <a:rPr lang="de-DE" smtClean="0"/>
              <a:t>21.08.2026</a:t>
            </a:fld>
            <a:endParaRPr lang="de-DE" dirty="0"/>
          </a:p>
        </p:txBody>
      </p:sp>
      <p:sp>
        <p:nvSpPr>
          <p:cNvPr id="13" name="Titelplatzhalter 6"/>
          <p:cNvSpPr>
            <a:spLocks noGrp="1"/>
          </p:cNvSpPr>
          <p:nvPr>
            <p:ph type="title" hasCustomPrompt="1"/>
          </p:nvPr>
        </p:nvSpPr>
        <p:spPr>
          <a:xfrm>
            <a:off x="360000" y="257175"/>
            <a:ext cx="9127667" cy="428625"/>
          </a:xfrm>
          <a:prstGeom prst="rect">
            <a:avLst/>
          </a:prstGeom>
        </p:spPr>
        <p:txBody>
          <a:bodyPr vert="horz" lIns="0" tIns="72000" rIns="0" bIns="0" rtlCol="0" anchor="b">
            <a:noAutofit/>
          </a:bodyPr>
          <a:lstStyle/>
          <a:p>
            <a:r>
              <a:rPr lang="de-DE" dirty="0"/>
              <a:t>Überschrift (24pt) durch Klicken bearbeiten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16ABFE87-35E4-47BA-55DF-DF0FF4BC92F4}"/>
              </a:ext>
            </a:extLst>
          </p:cNvPr>
          <p:cNvGrpSpPr/>
          <p:nvPr userDrawn="1"/>
        </p:nvGrpSpPr>
        <p:grpSpPr>
          <a:xfrm>
            <a:off x="354012" y="5502256"/>
            <a:ext cx="11488927" cy="996200"/>
            <a:chOff x="354012" y="5502256"/>
            <a:chExt cx="11488927" cy="996200"/>
          </a:xfrm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C6055524-31E4-D4C2-1B6C-A9386C5CED87}"/>
                </a:ext>
              </a:extLst>
            </p:cNvPr>
            <p:cNvSpPr/>
            <p:nvPr/>
          </p:nvSpPr>
          <p:spPr>
            <a:xfrm>
              <a:off x="354645" y="5587394"/>
              <a:ext cx="297605" cy="829723"/>
            </a:xfrm>
            <a:custGeom>
              <a:avLst/>
              <a:gdLst>
                <a:gd name="csX0" fmla="*/ 0 w 297605"/>
                <a:gd name="csY0" fmla="*/ 0 h 829723"/>
                <a:gd name="csX1" fmla="*/ 297606 w 297605"/>
                <a:gd name="csY1" fmla="*/ 416192 h 829723"/>
                <a:gd name="csX2" fmla="*/ 1140 w 297605"/>
                <a:gd name="csY2" fmla="*/ 829724 h 829723"/>
                <a:gd name="csX3" fmla="*/ 0 w 297605"/>
                <a:gd name="csY3" fmla="*/ 0 h 8297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97605" h="829723">
                  <a:moveTo>
                    <a:pt x="0" y="0"/>
                  </a:moveTo>
                  <a:lnTo>
                    <a:pt x="297606" y="416192"/>
                  </a:lnTo>
                  <a:lnTo>
                    <a:pt x="1140" y="829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C22D"/>
            </a:solidFill>
            <a:ln w="12665" cap="flat">
              <a:noFill/>
              <a:prstDash val="solid"/>
              <a:miter/>
            </a:ln>
          </p:spPr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EE087610-8899-FDFB-C18A-14B742F2F584}"/>
                </a:ext>
              </a:extLst>
            </p:cNvPr>
            <p:cNvSpPr/>
            <p:nvPr/>
          </p:nvSpPr>
          <p:spPr>
            <a:xfrm>
              <a:off x="354012" y="5502256"/>
              <a:ext cx="11488927" cy="996200"/>
            </a:xfrm>
            <a:custGeom>
              <a:avLst/>
              <a:gdLst>
                <a:gd name="csX0" fmla="*/ 11488928 w 11488927"/>
                <a:gd name="csY0" fmla="*/ 0 h 996200"/>
                <a:gd name="csX1" fmla="*/ 0 w 11488927"/>
                <a:gd name="csY1" fmla="*/ 0 h 996200"/>
                <a:gd name="csX2" fmla="*/ 253 w 11488927"/>
                <a:gd name="csY2" fmla="*/ 380 h 996200"/>
                <a:gd name="csX3" fmla="*/ 357532 w 11488927"/>
                <a:gd name="csY3" fmla="*/ 501331 h 996200"/>
                <a:gd name="csX4" fmla="*/ 3421 w 11488927"/>
                <a:gd name="csY4" fmla="*/ 996200 h 996200"/>
                <a:gd name="csX5" fmla="*/ 11488928 w 11488927"/>
                <a:gd name="csY5" fmla="*/ 996200 h 996200"/>
                <a:gd name="csX6" fmla="*/ 11488928 w 11488927"/>
                <a:gd name="csY6" fmla="*/ 0 h 996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488927" h="996200">
                  <a:moveTo>
                    <a:pt x="11488928" y="0"/>
                  </a:moveTo>
                  <a:lnTo>
                    <a:pt x="0" y="0"/>
                  </a:lnTo>
                  <a:lnTo>
                    <a:pt x="253" y="380"/>
                  </a:lnTo>
                  <a:lnTo>
                    <a:pt x="357532" y="501331"/>
                  </a:lnTo>
                  <a:lnTo>
                    <a:pt x="3421" y="996200"/>
                  </a:lnTo>
                  <a:lnTo>
                    <a:pt x="11488928" y="996200"/>
                  </a:lnTo>
                  <a:lnTo>
                    <a:pt x="11488928" y="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12665" cap="flat">
              <a:noFill/>
              <a:prstDash val="solid"/>
              <a:miter/>
            </a:ln>
          </p:spPr>
        </p:sp>
      </p:grpSp>
      <p:sp>
        <p:nvSpPr>
          <p:cNvPr id="12" name="Textplatzhalter 4">
            <a:extLst>
              <a:ext uri="{FF2B5EF4-FFF2-40B4-BE49-F238E27FC236}">
                <a16:creationId xmlns:a16="http://schemas.microsoft.com/office/drawing/2014/main" id="{4C5C1675-5181-7FAD-0BA0-455DC41741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5440" y="5875701"/>
            <a:ext cx="8640762" cy="249309"/>
          </a:xfrm>
        </p:spPr>
        <p:txBody>
          <a:bodyPr/>
          <a:lstStyle>
            <a:lvl1pPr>
              <a:buNone/>
              <a:defRPr sz="1600" b="0"/>
            </a:lvl1pPr>
          </a:lstStyle>
          <a:p>
            <a:pPr lvl="0"/>
            <a:r>
              <a:rPr lang="de-DE" sz="1800" dirty="0">
                <a:solidFill>
                  <a:schemeClr val="bg1"/>
                </a:solidFill>
              </a:rPr>
              <a:t>Fazit/Konsequenz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01465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orient="horz" pos="3258">
          <p15:clr>
            <a:srgbClr val="FBAE40"/>
          </p15:clr>
        </p15:guide>
        <p15:guide id="2" pos="3840">
          <p15:clr>
            <a:srgbClr val="FBAE40"/>
          </p15:clr>
        </p15:guide>
        <p15:guide id="3" pos="3890">
          <p15:clr>
            <a:srgbClr val="FBAE40"/>
          </p15:clr>
        </p15:guide>
        <p15:guide id="4" pos="378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nebeneina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10"/>
          <p:cNvSpPr>
            <a:spLocks noGrp="1"/>
          </p:cNvSpPr>
          <p:nvPr>
            <p:ph sz="quarter" idx="13"/>
          </p:nvPr>
        </p:nvSpPr>
        <p:spPr>
          <a:xfrm>
            <a:off x="359999" y="884238"/>
            <a:ext cx="5653451" cy="5613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5" name="Inhaltsplatzhalter 10"/>
          <p:cNvSpPr>
            <a:spLocks noGrp="1"/>
          </p:cNvSpPr>
          <p:nvPr>
            <p:ph sz="quarter" idx="16"/>
          </p:nvPr>
        </p:nvSpPr>
        <p:spPr>
          <a:xfrm>
            <a:off x="6175375" y="884238"/>
            <a:ext cx="5656317" cy="5613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9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881309" y="6584951"/>
            <a:ext cx="5012928" cy="215900"/>
          </a:xfrm>
          <a:prstGeom prst="rect">
            <a:avLst/>
          </a:prstGeom>
        </p:spPr>
        <p:txBody>
          <a:bodyPr vert="horz" lIns="0" tIns="45715" rIns="91429" bIns="45715" rtlCol="0" anchor="ctr"/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20" name="Foliennummernplatzhalter 2"/>
          <p:cNvSpPr>
            <a:spLocks noGrp="1"/>
          </p:cNvSpPr>
          <p:nvPr>
            <p:ph type="sldNum" sz="quarter" idx="4"/>
          </p:nvPr>
        </p:nvSpPr>
        <p:spPr>
          <a:xfrm>
            <a:off x="11463338" y="6586542"/>
            <a:ext cx="366712" cy="215901"/>
          </a:xfrm>
          <a:prstGeom prst="rect">
            <a:avLst/>
          </a:prstGeom>
        </p:spPr>
        <p:txBody>
          <a:bodyPr vert="horz" lIns="91429" tIns="45715" rIns="0" bIns="45715" rtlCol="0" anchor="ctr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fld id="{369A084B-84B6-4F15-B0F5-CCDC4176846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Rectangle 3"/>
          <p:cNvSpPr>
            <a:spLocks noGrp="1"/>
          </p:cNvSpPr>
          <p:nvPr>
            <p:ph type="dt" sz="half" idx="2"/>
          </p:nvPr>
        </p:nvSpPr>
        <p:spPr>
          <a:xfrm>
            <a:off x="360363" y="6586439"/>
            <a:ext cx="493866" cy="216000"/>
          </a:xfrm>
          <a:prstGeom prst="rect">
            <a:avLst/>
          </a:prstGeom>
        </p:spPr>
        <p:txBody>
          <a:bodyPr wrap="none" lIns="0" tIns="0" rIns="0" bIns="0" anchor="ctr"/>
          <a:lstStyle>
            <a:lvl1pPr eaLnBrk="1" latinLnBrk="0" hangingPunct="1">
              <a:defRPr kumimoji="0" lang="de-DE" sz="700">
                <a:solidFill>
                  <a:schemeClr val="accent2"/>
                </a:solidFill>
              </a:defRPr>
            </a:lvl1pPr>
            <a:extLst/>
          </a:lstStyle>
          <a:p>
            <a:fld id="{FC765BB3-AF36-4AAF-95AD-5736B992BEA1}" type="datetime1">
              <a:rPr lang="de-DE" smtClean="0"/>
              <a:t>21.08.2026</a:t>
            </a:fld>
            <a:endParaRPr lang="de-DE" dirty="0"/>
          </a:p>
        </p:txBody>
      </p:sp>
      <p:sp>
        <p:nvSpPr>
          <p:cNvPr id="9" name="Titelplatzhalter 6"/>
          <p:cNvSpPr>
            <a:spLocks noGrp="1"/>
          </p:cNvSpPr>
          <p:nvPr>
            <p:ph type="title" hasCustomPrompt="1"/>
          </p:nvPr>
        </p:nvSpPr>
        <p:spPr>
          <a:xfrm>
            <a:off x="360000" y="257175"/>
            <a:ext cx="9127667" cy="428625"/>
          </a:xfrm>
          <a:prstGeom prst="rect">
            <a:avLst/>
          </a:prstGeom>
        </p:spPr>
        <p:txBody>
          <a:bodyPr vert="horz" lIns="0" tIns="72000" rIns="0" bIns="0" rtlCol="0" anchor="b">
            <a:noAutofit/>
          </a:bodyPr>
          <a:lstStyle/>
          <a:p>
            <a:r>
              <a:rPr lang="de-DE" dirty="0"/>
              <a:t>Überschrift (24pt)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02225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90">
          <p15:clr>
            <a:srgbClr val="FBAE40"/>
          </p15:clr>
        </p15:guide>
        <p15:guide id="2" pos="3788">
          <p15:clr>
            <a:srgbClr val="FBAE40"/>
          </p15:clr>
        </p15:guide>
        <p15:guide id="5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&amp; Bild nebeneina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10"/>
          <p:cNvSpPr>
            <a:spLocks noGrp="1"/>
          </p:cNvSpPr>
          <p:nvPr>
            <p:ph sz="quarter" idx="13"/>
          </p:nvPr>
        </p:nvSpPr>
        <p:spPr>
          <a:xfrm>
            <a:off x="360001" y="3135784"/>
            <a:ext cx="5652000" cy="336221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5" name="Inhaltsplatzhalter 10"/>
          <p:cNvSpPr>
            <a:spLocks noGrp="1"/>
          </p:cNvSpPr>
          <p:nvPr>
            <p:ph sz="quarter" idx="16"/>
          </p:nvPr>
        </p:nvSpPr>
        <p:spPr>
          <a:xfrm>
            <a:off x="6175375" y="3135784"/>
            <a:ext cx="5652000" cy="336221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9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881309" y="6584951"/>
            <a:ext cx="5012928" cy="215900"/>
          </a:xfrm>
          <a:prstGeom prst="rect">
            <a:avLst/>
          </a:prstGeom>
        </p:spPr>
        <p:txBody>
          <a:bodyPr vert="horz" lIns="0" tIns="45715" rIns="91429" bIns="45715" rtlCol="0" anchor="ctr"/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20" name="Foliennummernplatzhalter 2"/>
          <p:cNvSpPr>
            <a:spLocks noGrp="1"/>
          </p:cNvSpPr>
          <p:nvPr>
            <p:ph type="sldNum" sz="quarter" idx="4"/>
          </p:nvPr>
        </p:nvSpPr>
        <p:spPr>
          <a:xfrm>
            <a:off x="11463338" y="6586542"/>
            <a:ext cx="366712" cy="215901"/>
          </a:xfrm>
          <a:prstGeom prst="rect">
            <a:avLst/>
          </a:prstGeom>
        </p:spPr>
        <p:txBody>
          <a:bodyPr vert="horz" lIns="91429" tIns="45715" rIns="0" bIns="45715" rtlCol="0" anchor="ctr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fld id="{369A084B-84B6-4F15-B0F5-CCDC4176846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Bildplatzhalter 6"/>
          <p:cNvSpPr>
            <a:spLocks noGrp="1"/>
          </p:cNvSpPr>
          <p:nvPr>
            <p:ph type="pic" sz="quarter" idx="14" hasCustomPrompt="1"/>
          </p:nvPr>
        </p:nvSpPr>
        <p:spPr>
          <a:xfrm>
            <a:off x="360000" y="884237"/>
            <a:ext cx="5652000" cy="2089547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</p:spPr>
        <p:txBody>
          <a:bodyPr tIns="252000" anchor="t" anchorCtr="0">
            <a:noAutofit/>
          </a:bodyPr>
          <a:lstStyle>
            <a:lvl1pPr marL="0" indent="0" algn="ctr">
              <a:buNone/>
              <a:defRPr sz="1600"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3" name="Bildplatzhalter 6"/>
          <p:cNvSpPr>
            <a:spLocks noGrp="1"/>
          </p:cNvSpPr>
          <p:nvPr>
            <p:ph type="pic" sz="quarter" idx="17" hasCustomPrompt="1"/>
          </p:nvPr>
        </p:nvSpPr>
        <p:spPr>
          <a:xfrm>
            <a:off x="6175375" y="884236"/>
            <a:ext cx="5652000" cy="2089547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</p:spPr>
        <p:txBody>
          <a:bodyPr tIns="252000" anchor="t" anchorCtr="0">
            <a:noAutofit/>
          </a:bodyPr>
          <a:lstStyle>
            <a:lvl1pPr marL="0" indent="0" algn="ctr">
              <a:buNone/>
              <a:defRPr sz="1600"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0" name="Rectangle 3"/>
          <p:cNvSpPr>
            <a:spLocks noGrp="1"/>
          </p:cNvSpPr>
          <p:nvPr>
            <p:ph type="dt" sz="half" idx="2"/>
          </p:nvPr>
        </p:nvSpPr>
        <p:spPr>
          <a:xfrm>
            <a:off x="360363" y="6586439"/>
            <a:ext cx="493866" cy="216000"/>
          </a:xfrm>
          <a:prstGeom prst="rect">
            <a:avLst/>
          </a:prstGeom>
        </p:spPr>
        <p:txBody>
          <a:bodyPr wrap="none" lIns="0" tIns="0" rIns="0" bIns="0" anchor="ctr"/>
          <a:lstStyle>
            <a:lvl1pPr eaLnBrk="1" latinLnBrk="0" hangingPunct="1">
              <a:defRPr kumimoji="0" lang="de-DE" sz="700">
                <a:solidFill>
                  <a:schemeClr val="accent2"/>
                </a:solidFill>
              </a:defRPr>
            </a:lvl1pPr>
            <a:extLst/>
          </a:lstStyle>
          <a:p>
            <a:fld id="{BB79631E-080F-4872-A96C-5545AF8C2611}" type="datetime1">
              <a:rPr lang="de-DE" smtClean="0"/>
              <a:t>21.08.2026</a:t>
            </a:fld>
            <a:endParaRPr lang="de-DE" dirty="0"/>
          </a:p>
        </p:txBody>
      </p:sp>
      <p:sp>
        <p:nvSpPr>
          <p:cNvPr id="14" name="Titelplatzhalter 6"/>
          <p:cNvSpPr>
            <a:spLocks noGrp="1"/>
          </p:cNvSpPr>
          <p:nvPr>
            <p:ph type="title" hasCustomPrompt="1"/>
          </p:nvPr>
        </p:nvSpPr>
        <p:spPr>
          <a:xfrm>
            <a:off x="360000" y="257175"/>
            <a:ext cx="9127667" cy="428625"/>
          </a:xfrm>
          <a:prstGeom prst="rect">
            <a:avLst/>
          </a:prstGeom>
        </p:spPr>
        <p:txBody>
          <a:bodyPr vert="horz" lIns="0" tIns="72000" rIns="0" bIns="0" rtlCol="0" anchor="b">
            <a:noAutofit/>
          </a:bodyPr>
          <a:lstStyle/>
          <a:p>
            <a:r>
              <a:rPr lang="de-DE" dirty="0"/>
              <a:t>Überschrift (24pt)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046424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90">
          <p15:clr>
            <a:srgbClr val="FBAE40"/>
          </p15:clr>
        </p15:guide>
        <p15:guide id="2" pos="3788">
          <p15:clr>
            <a:srgbClr val="FBAE40"/>
          </p15:clr>
        </p15:guide>
        <p15:guide id="5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 nebeneina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10"/>
          <p:cNvSpPr>
            <a:spLocks noGrp="1"/>
          </p:cNvSpPr>
          <p:nvPr>
            <p:ph sz="quarter" idx="13"/>
          </p:nvPr>
        </p:nvSpPr>
        <p:spPr>
          <a:xfrm>
            <a:off x="359999" y="884238"/>
            <a:ext cx="3715113" cy="56137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Inhaltsplatzhalter 10"/>
          <p:cNvSpPr>
            <a:spLocks noGrp="1"/>
          </p:cNvSpPr>
          <p:nvPr>
            <p:ph sz="quarter" idx="15"/>
          </p:nvPr>
        </p:nvSpPr>
        <p:spPr>
          <a:xfrm>
            <a:off x="4237038" y="884238"/>
            <a:ext cx="3715113" cy="56137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5" name="Inhaltsplatzhalter 10"/>
          <p:cNvSpPr>
            <a:spLocks noGrp="1"/>
          </p:cNvSpPr>
          <p:nvPr>
            <p:ph sz="quarter" idx="16"/>
          </p:nvPr>
        </p:nvSpPr>
        <p:spPr>
          <a:xfrm>
            <a:off x="8113713" y="884238"/>
            <a:ext cx="3715113" cy="5613761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9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881309" y="6584951"/>
            <a:ext cx="5012928" cy="215900"/>
          </a:xfrm>
          <a:prstGeom prst="rect">
            <a:avLst/>
          </a:prstGeom>
        </p:spPr>
        <p:txBody>
          <a:bodyPr vert="horz" lIns="0" tIns="45715" rIns="91429" bIns="45715" rtlCol="0" anchor="ctr"/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20" name="Foliennummernplatzhalter 2"/>
          <p:cNvSpPr>
            <a:spLocks noGrp="1"/>
          </p:cNvSpPr>
          <p:nvPr>
            <p:ph type="sldNum" sz="quarter" idx="4"/>
          </p:nvPr>
        </p:nvSpPr>
        <p:spPr>
          <a:xfrm>
            <a:off x="11463338" y="6586542"/>
            <a:ext cx="366712" cy="215901"/>
          </a:xfrm>
          <a:prstGeom prst="rect">
            <a:avLst/>
          </a:prstGeom>
        </p:spPr>
        <p:txBody>
          <a:bodyPr vert="horz" lIns="91429" tIns="45715" rIns="0" bIns="45715" rtlCol="0" anchor="ctr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fld id="{369A084B-84B6-4F15-B0F5-CCDC4176846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Rectangle 3"/>
          <p:cNvSpPr>
            <a:spLocks noGrp="1"/>
          </p:cNvSpPr>
          <p:nvPr>
            <p:ph type="dt" sz="half" idx="2"/>
          </p:nvPr>
        </p:nvSpPr>
        <p:spPr>
          <a:xfrm>
            <a:off x="360363" y="6586439"/>
            <a:ext cx="493866" cy="216000"/>
          </a:xfrm>
          <a:prstGeom prst="rect">
            <a:avLst/>
          </a:prstGeom>
        </p:spPr>
        <p:txBody>
          <a:bodyPr wrap="none" lIns="0" tIns="0" rIns="0" bIns="0" anchor="ctr"/>
          <a:lstStyle>
            <a:lvl1pPr eaLnBrk="1" latinLnBrk="0" hangingPunct="1">
              <a:defRPr kumimoji="0" lang="de-DE" sz="700">
                <a:solidFill>
                  <a:schemeClr val="accent2"/>
                </a:solidFill>
              </a:defRPr>
            </a:lvl1pPr>
            <a:extLst/>
          </a:lstStyle>
          <a:p>
            <a:fld id="{46B2903D-F63F-442A-B5F0-685047A186AE}" type="datetime1">
              <a:rPr lang="de-DE" smtClean="0"/>
              <a:t>21.08.2026</a:t>
            </a:fld>
            <a:endParaRPr lang="de-DE" dirty="0"/>
          </a:p>
        </p:txBody>
      </p:sp>
      <p:sp>
        <p:nvSpPr>
          <p:cNvPr id="10" name="Titelplatzhalter 6"/>
          <p:cNvSpPr>
            <a:spLocks noGrp="1"/>
          </p:cNvSpPr>
          <p:nvPr>
            <p:ph type="title" hasCustomPrompt="1"/>
          </p:nvPr>
        </p:nvSpPr>
        <p:spPr>
          <a:xfrm>
            <a:off x="360000" y="257175"/>
            <a:ext cx="9127667" cy="428625"/>
          </a:xfrm>
          <a:prstGeom prst="rect">
            <a:avLst/>
          </a:prstGeom>
        </p:spPr>
        <p:txBody>
          <a:bodyPr vert="horz" lIns="0" tIns="72000" rIns="0" bIns="0" rtlCol="0" anchor="b">
            <a:noAutofit/>
          </a:bodyPr>
          <a:lstStyle/>
          <a:p>
            <a:r>
              <a:rPr lang="de-DE" dirty="0"/>
              <a:t>Überschrift (24pt)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999456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8">
          <p15:clr>
            <a:srgbClr val="FBAE40"/>
          </p15:clr>
        </p15:guide>
        <p15:guide id="2" pos="2669">
          <p15:clr>
            <a:srgbClr val="FBAE40"/>
          </p15:clr>
        </p15:guide>
        <p15:guide id="3" pos="5010">
          <p15:clr>
            <a:srgbClr val="FBAE40"/>
          </p15:clr>
        </p15:guide>
        <p15:guide id="4" pos="511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 &amp; Bild nebeneina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6"/>
          <p:cNvSpPr>
            <a:spLocks noGrp="1"/>
          </p:cNvSpPr>
          <p:nvPr>
            <p:ph type="pic" sz="quarter" idx="14" hasCustomPrompt="1"/>
          </p:nvPr>
        </p:nvSpPr>
        <p:spPr>
          <a:xfrm>
            <a:off x="359998" y="884237"/>
            <a:ext cx="3715113" cy="2089547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</p:spPr>
        <p:txBody>
          <a:bodyPr tIns="252000" anchor="t" anchorCtr="0"/>
          <a:lstStyle>
            <a:lvl1pPr marL="0" indent="0" algn="ctr">
              <a:buNone/>
              <a:defRPr sz="1600"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2" name="Inhaltsplatzhalter 10"/>
          <p:cNvSpPr>
            <a:spLocks noGrp="1"/>
          </p:cNvSpPr>
          <p:nvPr>
            <p:ph sz="quarter" idx="13"/>
          </p:nvPr>
        </p:nvSpPr>
        <p:spPr>
          <a:xfrm>
            <a:off x="359999" y="3135784"/>
            <a:ext cx="3715113" cy="336221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Inhaltsplatzhalter 10"/>
          <p:cNvSpPr>
            <a:spLocks noGrp="1"/>
          </p:cNvSpPr>
          <p:nvPr>
            <p:ph sz="quarter" idx="15"/>
          </p:nvPr>
        </p:nvSpPr>
        <p:spPr>
          <a:xfrm>
            <a:off x="4237039" y="3135784"/>
            <a:ext cx="3716336" cy="336221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5" name="Inhaltsplatzhalter 10"/>
          <p:cNvSpPr>
            <a:spLocks noGrp="1"/>
          </p:cNvSpPr>
          <p:nvPr>
            <p:ph sz="quarter" idx="16"/>
          </p:nvPr>
        </p:nvSpPr>
        <p:spPr>
          <a:xfrm>
            <a:off x="8115302" y="3135784"/>
            <a:ext cx="3713524" cy="336221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9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881309" y="6584951"/>
            <a:ext cx="5012928" cy="215900"/>
          </a:xfrm>
          <a:prstGeom prst="rect">
            <a:avLst/>
          </a:prstGeom>
        </p:spPr>
        <p:txBody>
          <a:bodyPr vert="horz" lIns="0" tIns="45715" rIns="91429" bIns="45715" rtlCol="0" anchor="ctr"/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20" name="Foliennummernplatzhalter 2"/>
          <p:cNvSpPr>
            <a:spLocks noGrp="1"/>
          </p:cNvSpPr>
          <p:nvPr>
            <p:ph type="sldNum" sz="quarter" idx="4"/>
          </p:nvPr>
        </p:nvSpPr>
        <p:spPr>
          <a:xfrm>
            <a:off x="11463338" y="6586542"/>
            <a:ext cx="366712" cy="215901"/>
          </a:xfrm>
          <a:prstGeom prst="rect">
            <a:avLst/>
          </a:prstGeom>
        </p:spPr>
        <p:txBody>
          <a:bodyPr vert="horz" lIns="91429" tIns="45715" rIns="0" bIns="45715" rtlCol="0" anchor="ctr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fld id="{369A084B-84B6-4F15-B0F5-CCDC4176846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Bildplatzhalter 6"/>
          <p:cNvSpPr>
            <a:spLocks noGrp="1"/>
          </p:cNvSpPr>
          <p:nvPr>
            <p:ph type="pic" sz="quarter" idx="17" hasCustomPrompt="1"/>
          </p:nvPr>
        </p:nvSpPr>
        <p:spPr>
          <a:xfrm>
            <a:off x="4237039" y="884238"/>
            <a:ext cx="3716336" cy="2089547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</p:spPr>
        <p:txBody>
          <a:bodyPr tIns="252000" anchor="t" anchorCtr="0"/>
          <a:lstStyle>
            <a:lvl1pPr marL="0" indent="0" algn="ctr">
              <a:buNone/>
              <a:defRPr sz="1600"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22" name="Bildplatzhalter 6"/>
          <p:cNvSpPr>
            <a:spLocks noGrp="1"/>
          </p:cNvSpPr>
          <p:nvPr>
            <p:ph type="pic" sz="quarter" idx="18" hasCustomPrompt="1"/>
          </p:nvPr>
        </p:nvSpPr>
        <p:spPr>
          <a:xfrm>
            <a:off x="8113713" y="884238"/>
            <a:ext cx="3715113" cy="2089547"/>
          </a:xfrm>
          <a:prstGeom prst="rect">
            <a:avLst/>
          </a:prstGeom>
          <a:pattFill prst="wdDnDiag">
            <a:fgClr>
              <a:schemeClr val="bg2"/>
            </a:fgClr>
            <a:bgClr>
              <a:schemeClr val="bg1"/>
            </a:bgClr>
          </a:pattFill>
        </p:spPr>
        <p:txBody>
          <a:bodyPr tIns="252000" anchor="t" anchorCtr="0"/>
          <a:lstStyle>
            <a:lvl1pPr marL="0" indent="0" algn="ctr">
              <a:buNone/>
              <a:defRPr sz="1600"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4" name="Rectangle 3"/>
          <p:cNvSpPr>
            <a:spLocks noGrp="1"/>
          </p:cNvSpPr>
          <p:nvPr>
            <p:ph type="dt" sz="half" idx="2"/>
          </p:nvPr>
        </p:nvSpPr>
        <p:spPr>
          <a:xfrm>
            <a:off x="360363" y="6586439"/>
            <a:ext cx="493866" cy="216000"/>
          </a:xfrm>
          <a:prstGeom prst="rect">
            <a:avLst/>
          </a:prstGeom>
        </p:spPr>
        <p:txBody>
          <a:bodyPr wrap="none" lIns="0" tIns="0" rIns="0" bIns="0" anchor="ctr"/>
          <a:lstStyle>
            <a:lvl1pPr eaLnBrk="1" latinLnBrk="0" hangingPunct="1">
              <a:defRPr kumimoji="0" lang="de-DE" sz="700">
                <a:solidFill>
                  <a:schemeClr val="accent2"/>
                </a:solidFill>
              </a:defRPr>
            </a:lvl1pPr>
            <a:extLst/>
          </a:lstStyle>
          <a:p>
            <a:fld id="{7254DD2F-C964-46B0-B7CA-DD8525BA8F9D}" type="datetime1">
              <a:rPr lang="de-DE" smtClean="0"/>
              <a:t>21.08.2026</a:t>
            </a:fld>
            <a:endParaRPr lang="de-DE" dirty="0"/>
          </a:p>
        </p:txBody>
      </p:sp>
      <p:sp>
        <p:nvSpPr>
          <p:cNvPr id="21" name="Titelplatzhalter 6"/>
          <p:cNvSpPr>
            <a:spLocks noGrp="1"/>
          </p:cNvSpPr>
          <p:nvPr>
            <p:ph type="title" hasCustomPrompt="1"/>
          </p:nvPr>
        </p:nvSpPr>
        <p:spPr>
          <a:xfrm>
            <a:off x="360000" y="257175"/>
            <a:ext cx="9127667" cy="428625"/>
          </a:xfrm>
          <a:prstGeom prst="rect">
            <a:avLst/>
          </a:prstGeom>
        </p:spPr>
        <p:txBody>
          <a:bodyPr vert="horz" lIns="0" tIns="72000" rIns="0" bIns="0" rtlCol="0" anchor="b">
            <a:noAutofit/>
          </a:bodyPr>
          <a:lstStyle/>
          <a:p>
            <a:r>
              <a:rPr lang="de-DE" dirty="0"/>
              <a:t>Überschrift (24pt)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8353140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7">
          <p15:clr>
            <a:srgbClr val="FBAE40"/>
          </p15:clr>
        </p15:guide>
        <p15:guide id="2" pos="2669">
          <p15:clr>
            <a:srgbClr val="FBAE40"/>
          </p15:clr>
        </p15:guide>
        <p15:guide id="3" pos="5010">
          <p15:clr>
            <a:srgbClr val="FBAE40"/>
          </p15:clr>
        </p15:guide>
        <p15:guide id="4" pos="511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rei Inhalte nebeneinander mit Konsequen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270" imgH="270" progId="TCLayout.ActiveDocument.1">
                  <p:embed/>
                </p:oleObj>
              </mc:Choice>
              <mc:Fallback>
                <p:oleObj name="think-cell Folie" r:id="rId3" imgW="270" imgH="270" progId="TCLayout.ActiveDocument.1">
                  <p:embed/>
                  <p:pic>
                    <p:nvPicPr>
                      <p:cNvPr id="2" name="Objek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881309" y="6584951"/>
            <a:ext cx="5012928" cy="215900"/>
          </a:xfrm>
          <a:prstGeom prst="rect">
            <a:avLst/>
          </a:prstGeom>
        </p:spPr>
        <p:txBody>
          <a:bodyPr vert="horz" lIns="0" tIns="45715" rIns="91429" bIns="45715" rtlCol="0" anchor="ctr"/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17" name="Foliennummernplatzhalter 2"/>
          <p:cNvSpPr>
            <a:spLocks noGrp="1"/>
          </p:cNvSpPr>
          <p:nvPr>
            <p:ph type="sldNum" sz="quarter" idx="4"/>
          </p:nvPr>
        </p:nvSpPr>
        <p:spPr>
          <a:xfrm>
            <a:off x="11463338" y="6586542"/>
            <a:ext cx="366712" cy="215901"/>
          </a:xfrm>
          <a:prstGeom prst="rect">
            <a:avLst/>
          </a:prstGeom>
        </p:spPr>
        <p:txBody>
          <a:bodyPr vert="horz" lIns="91429" tIns="45715" rIns="0" bIns="45715" rtlCol="0" anchor="ctr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fld id="{369A084B-84B6-4F15-B0F5-CCDC4176846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20" name="Inhaltsplatzhalter 10"/>
          <p:cNvSpPr>
            <a:spLocks noGrp="1"/>
          </p:cNvSpPr>
          <p:nvPr>
            <p:ph sz="quarter" idx="13"/>
          </p:nvPr>
        </p:nvSpPr>
        <p:spPr>
          <a:xfrm>
            <a:off x="359999" y="889472"/>
            <a:ext cx="3715113" cy="429847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2" name="Inhaltsplatzhalter 10"/>
          <p:cNvSpPr>
            <a:spLocks noGrp="1"/>
          </p:cNvSpPr>
          <p:nvPr>
            <p:ph sz="quarter" idx="15"/>
          </p:nvPr>
        </p:nvSpPr>
        <p:spPr>
          <a:xfrm>
            <a:off x="4237039" y="889472"/>
            <a:ext cx="3716336" cy="429847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3" name="Inhaltsplatzhalter 10"/>
          <p:cNvSpPr>
            <a:spLocks noGrp="1"/>
          </p:cNvSpPr>
          <p:nvPr>
            <p:ph sz="quarter" idx="16"/>
          </p:nvPr>
        </p:nvSpPr>
        <p:spPr>
          <a:xfrm>
            <a:off x="8115302" y="889472"/>
            <a:ext cx="3713524" cy="429847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4" name="Rectangle 3"/>
          <p:cNvSpPr>
            <a:spLocks noGrp="1"/>
          </p:cNvSpPr>
          <p:nvPr>
            <p:ph type="dt" sz="half" idx="2"/>
          </p:nvPr>
        </p:nvSpPr>
        <p:spPr>
          <a:xfrm>
            <a:off x="360363" y="6586439"/>
            <a:ext cx="493866" cy="216000"/>
          </a:xfrm>
          <a:prstGeom prst="rect">
            <a:avLst/>
          </a:prstGeom>
        </p:spPr>
        <p:txBody>
          <a:bodyPr wrap="none" lIns="0" tIns="0" rIns="0" bIns="0" anchor="ctr"/>
          <a:lstStyle>
            <a:lvl1pPr eaLnBrk="1" latinLnBrk="0" hangingPunct="1">
              <a:defRPr kumimoji="0" lang="de-DE" sz="700">
                <a:solidFill>
                  <a:schemeClr val="accent2"/>
                </a:solidFill>
              </a:defRPr>
            </a:lvl1pPr>
            <a:extLst/>
          </a:lstStyle>
          <a:p>
            <a:fld id="{264B7A10-84AF-43E0-9716-94F16B244115}" type="datetime1">
              <a:rPr lang="de-DE" smtClean="0"/>
              <a:t>21.08.2026</a:t>
            </a:fld>
            <a:endParaRPr lang="de-DE" dirty="0"/>
          </a:p>
        </p:txBody>
      </p:sp>
      <p:sp>
        <p:nvSpPr>
          <p:cNvPr id="15" name="Titelplatzhalter 6"/>
          <p:cNvSpPr>
            <a:spLocks noGrp="1"/>
          </p:cNvSpPr>
          <p:nvPr>
            <p:ph type="title" hasCustomPrompt="1"/>
          </p:nvPr>
        </p:nvSpPr>
        <p:spPr>
          <a:xfrm>
            <a:off x="360000" y="257175"/>
            <a:ext cx="9127667" cy="428625"/>
          </a:xfrm>
          <a:prstGeom prst="rect">
            <a:avLst/>
          </a:prstGeom>
        </p:spPr>
        <p:txBody>
          <a:bodyPr vert="horz" lIns="0" tIns="72000" rIns="0" bIns="0" rtlCol="0" anchor="b">
            <a:noAutofit/>
          </a:bodyPr>
          <a:lstStyle/>
          <a:p>
            <a:r>
              <a:rPr lang="de-DE" dirty="0"/>
              <a:t>Überschrift (24pt) durch Klicken bearbeiten</a:t>
            </a: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A53D148A-1113-1F1A-DC40-AF3004200D7D}"/>
              </a:ext>
            </a:extLst>
          </p:cNvPr>
          <p:cNvGrpSpPr/>
          <p:nvPr userDrawn="1"/>
        </p:nvGrpSpPr>
        <p:grpSpPr>
          <a:xfrm>
            <a:off x="354012" y="5502256"/>
            <a:ext cx="11488927" cy="996200"/>
            <a:chOff x="354012" y="5502256"/>
            <a:chExt cx="11488927" cy="996200"/>
          </a:xfrm>
        </p:grpSpPr>
        <p:sp>
          <p:nvSpPr>
            <p:cNvPr id="6" name="Freihandform: Form 5">
              <a:extLst>
                <a:ext uri="{FF2B5EF4-FFF2-40B4-BE49-F238E27FC236}">
                  <a16:creationId xmlns:a16="http://schemas.microsoft.com/office/drawing/2014/main" id="{6B18520B-1FEA-850A-DFD3-0C9250263626}"/>
                </a:ext>
              </a:extLst>
            </p:cNvPr>
            <p:cNvSpPr/>
            <p:nvPr/>
          </p:nvSpPr>
          <p:spPr>
            <a:xfrm>
              <a:off x="354645" y="5587394"/>
              <a:ext cx="297605" cy="829723"/>
            </a:xfrm>
            <a:custGeom>
              <a:avLst/>
              <a:gdLst>
                <a:gd name="csX0" fmla="*/ 0 w 297605"/>
                <a:gd name="csY0" fmla="*/ 0 h 829723"/>
                <a:gd name="csX1" fmla="*/ 297606 w 297605"/>
                <a:gd name="csY1" fmla="*/ 416192 h 829723"/>
                <a:gd name="csX2" fmla="*/ 1140 w 297605"/>
                <a:gd name="csY2" fmla="*/ 829724 h 829723"/>
                <a:gd name="csX3" fmla="*/ 0 w 297605"/>
                <a:gd name="csY3" fmla="*/ 0 h 8297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97605" h="829723">
                  <a:moveTo>
                    <a:pt x="0" y="0"/>
                  </a:moveTo>
                  <a:lnTo>
                    <a:pt x="297606" y="416192"/>
                  </a:lnTo>
                  <a:lnTo>
                    <a:pt x="1140" y="829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DC22D"/>
            </a:solidFill>
            <a:ln w="12665" cap="flat">
              <a:noFill/>
              <a:prstDash val="solid"/>
              <a:miter/>
            </a:ln>
          </p:spPr>
        </p:sp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2A478497-385C-2FA8-C866-7FAF1D5968E9}"/>
                </a:ext>
              </a:extLst>
            </p:cNvPr>
            <p:cNvSpPr/>
            <p:nvPr/>
          </p:nvSpPr>
          <p:spPr>
            <a:xfrm>
              <a:off x="354012" y="5502256"/>
              <a:ext cx="11488927" cy="996200"/>
            </a:xfrm>
            <a:custGeom>
              <a:avLst/>
              <a:gdLst>
                <a:gd name="csX0" fmla="*/ 11488928 w 11488927"/>
                <a:gd name="csY0" fmla="*/ 0 h 996200"/>
                <a:gd name="csX1" fmla="*/ 0 w 11488927"/>
                <a:gd name="csY1" fmla="*/ 0 h 996200"/>
                <a:gd name="csX2" fmla="*/ 253 w 11488927"/>
                <a:gd name="csY2" fmla="*/ 380 h 996200"/>
                <a:gd name="csX3" fmla="*/ 357532 w 11488927"/>
                <a:gd name="csY3" fmla="*/ 501331 h 996200"/>
                <a:gd name="csX4" fmla="*/ 3421 w 11488927"/>
                <a:gd name="csY4" fmla="*/ 996200 h 996200"/>
                <a:gd name="csX5" fmla="*/ 11488928 w 11488927"/>
                <a:gd name="csY5" fmla="*/ 996200 h 996200"/>
                <a:gd name="csX6" fmla="*/ 11488928 w 11488927"/>
                <a:gd name="csY6" fmla="*/ 0 h 9962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1488927" h="996200">
                  <a:moveTo>
                    <a:pt x="11488928" y="0"/>
                  </a:moveTo>
                  <a:lnTo>
                    <a:pt x="0" y="0"/>
                  </a:lnTo>
                  <a:lnTo>
                    <a:pt x="253" y="380"/>
                  </a:lnTo>
                  <a:lnTo>
                    <a:pt x="357532" y="501331"/>
                  </a:lnTo>
                  <a:lnTo>
                    <a:pt x="3421" y="996200"/>
                  </a:lnTo>
                  <a:lnTo>
                    <a:pt x="11488928" y="996200"/>
                  </a:lnTo>
                  <a:lnTo>
                    <a:pt x="11488928" y="0"/>
                  </a:ln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 w="12665" cap="flat">
              <a:noFill/>
              <a:prstDash val="solid"/>
              <a:miter/>
            </a:ln>
          </p:spPr>
        </p:sp>
      </p:grpSp>
      <p:sp>
        <p:nvSpPr>
          <p:cNvPr id="3" name="Textplatzhalter 4">
            <a:extLst>
              <a:ext uri="{FF2B5EF4-FFF2-40B4-BE49-F238E27FC236}">
                <a16:creationId xmlns:a16="http://schemas.microsoft.com/office/drawing/2014/main" id="{0631FE05-F4D2-894A-494D-D9B47CA933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55440" y="5875701"/>
            <a:ext cx="8640762" cy="249309"/>
          </a:xfrm>
        </p:spPr>
        <p:txBody>
          <a:bodyPr/>
          <a:lstStyle>
            <a:lvl1pPr>
              <a:buNone/>
              <a:defRPr sz="1600" b="0"/>
            </a:lvl1pPr>
          </a:lstStyle>
          <a:p>
            <a:pPr lvl="0"/>
            <a:r>
              <a:rPr lang="de-DE" sz="1800" dirty="0">
                <a:solidFill>
                  <a:schemeClr val="bg1"/>
                </a:solidFill>
              </a:rPr>
              <a:t>Fazit/Konsequenz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514270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570">
          <p15:clr>
            <a:srgbClr val="FBAE40"/>
          </p15:clr>
        </p15:guide>
        <p15:guide id="3" pos="2667">
          <p15:clr>
            <a:srgbClr val="FBAE40"/>
          </p15:clr>
        </p15:guide>
        <p15:guide id="4" pos="5010">
          <p15:clr>
            <a:srgbClr val="FBAE40"/>
          </p15:clr>
        </p15:guide>
        <p15:guide id="5" pos="5111">
          <p15:clr>
            <a:srgbClr val="FBAE40"/>
          </p15:clr>
        </p15:guide>
        <p15:guide id="6" orient="horz" pos="327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Drittel, ein Dr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881309" y="6584951"/>
            <a:ext cx="5012928" cy="215900"/>
          </a:xfrm>
          <a:prstGeom prst="rect">
            <a:avLst/>
          </a:prstGeom>
        </p:spPr>
        <p:txBody>
          <a:bodyPr vert="horz" lIns="0" tIns="45715" rIns="91429" bIns="45715" rtlCol="0" anchor="ctr"/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20" name="Foliennummernplatzhalter 2"/>
          <p:cNvSpPr>
            <a:spLocks noGrp="1"/>
          </p:cNvSpPr>
          <p:nvPr>
            <p:ph type="sldNum" sz="quarter" idx="4"/>
          </p:nvPr>
        </p:nvSpPr>
        <p:spPr>
          <a:xfrm>
            <a:off x="11463338" y="6586542"/>
            <a:ext cx="366712" cy="215901"/>
          </a:xfrm>
          <a:prstGeom prst="rect">
            <a:avLst/>
          </a:prstGeom>
        </p:spPr>
        <p:txBody>
          <a:bodyPr vert="horz" lIns="91429" tIns="45715" rIns="0" bIns="45715" rtlCol="0" anchor="ctr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fld id="{369A084B-84B6-4F15-B0F5-CCDC4176846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Rectangle 3"/>
          <p:cNvSpPr>
            <a:spLocks noGrp="1"/>
          </p:cNvSpPr>
          <p:nvPr>
            <p:ph type="dt" sz="half" idx="2"/>
          </p:nvPr>
        </p:nvSpPr>
        <p:spPr>
          <a:xfrm>
            <a:off x="360363" y="6586439"/>
            <a:ext cx="493866" cy="216000"/>
          </a:xfrm>
          <a:prstGeom prst="rect">
            <a:avLst/>
          </a:prstGeom>
        </p:spPr>
        <p:txBody>
          <a:bodyPr wrap="none" lIns="0" tIns="0" rIns="0" bIns="0" anchor="ctr"/>
          <a:lstStyle>
            <a:lvl1pPr eaLnBrk="1" latinLnBrk="0" hangingPunct="1">
              <a:defRPr kumimoji="0" lang="de-DE" sz="700">
                <a:solidFill>
                  <a:schemeClr val="accent2"/>
                </a:solidFill>
              </a:defRPr>
            </a:lvl1pPr>
            <a:extLst/>
          </a:lstStyle>
          <a:p>
            <a:fld id="{C26A35B3-682D-42EE-AF3F-A587F68C2B40}" type="datetime1">
              <a:rPr lang="de-DE" smtClean="0"/>
              <a:t>21.08.2026</a:t>
            </a:fld>
            <a:endParaRPr lang="de-DE" dirty="0"/>
          </a:p>
        </p:txBody>
      </p:sp>
      <p:sp>
        <p:nvSpPr>
          <p:cNvPr id="9" name="Titelplatzhalter 6"/>
          <p:cNvSpPr>
            <a:spLocks noGrp="1"/>
          </p:cNvSpPr>
          <p:nvPr>
            <p:ph type="title" hasCustomPrompt="1"/>
          </p:nvPr>
        </p:nvSpPr>
        <p:spPr>
          <a:xfrm>
            <a:off x="360000" y="257175"/>
            <a:ext cx="9127667" cy="428625"/>
          </a:xfrm>
          <a:prstGeom prst="rect">
            <a:avLst/>
          </a:prstGeom>
        </p:spPr>
        <p:txBody>
          <a:bodyPr vert="horz" lIns="0" tIns="72000" rIns="0" bIns="0" rtlCol="0" anchor="b">
            <a:noAutofit/>
          </a:bodyPr>
          <a:lstStyle/>
          <a:p>
            <a:r>
              <a:rPr lang="de-DE" dirty="0"/>
              <a:t>Überschrift (24pt) durch Klicken bearbeiten</a:t>
            </a:r>
          </a:p>
        </p:txBody>
      </p:sp>
      <p:sp>
        <p:nvSpPr>
          <p:cNvPr id="10" name="Inhaltsplatzhalter 10"/>
          <p:cNvSpPr>
            <a:spLocks noGrp="1"/>
          </p:cNvSpPr>
          <p:nvPr>
            <p:ph sz="quarter" idx="16"/>
          </p:nvPr>
        </p:nvSpPr>
        <p:spPr>
          <a:xfrm>
            <a:off x="8115302" y="889471"/>
            <a:ext cx="3713524" cy="560340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13"/>
          </p:nvPr>
        </p:nvSpPr>
        <p:spPr>
          <a:xfrm>
            <a:off x="359999" y="889471"/>
            <a:ext cx="7593376" cy="5603403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711048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7">
          <p15:clr>
            <a:srgbClr val="FBAE40"/>
          </p15:clr>
        </p15:guide>
        <p15:guide id="2" pos="2669">
          <p15:clr>
            <a:srgbClr val="FBAE40"/>
          </p15:clr>
        </p15:guide>
        <p15:guide id="3" pos="5010">
          <p15:clr>
            <a:srgbClr val="FBAE40"/>
          </p15:clr>
        </p15:guide>
        <p15:guide id="4" pos="511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 Drittel, zwei Dr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nhaltsplatzhalter 10"/>
          <p:cNvSpPr>
            <a:spLocks noGrp="1"/>
          </p:cNvSpPr>
          <p:nvPr>
            <p:ph sz="quarter" idx="16"/>
          </p:nvPr>
        </p:nvSpPr>
        <p:spPr>
          <a:xfrm>
            <a:off x="4237039" y="884238"/>
            <a:ext cx="7594654" cy="5613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9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881309" y="6584951"/>
            <a:ext cx="5012928" cy="215900"/>
          </a:xfrm>
          <a:prstGeom prst="rect">
            <a:avLst/>
          </a:prstGeom>
        </p:spPr>
        <p:txBody>
          <a:bodyPr vert="horz" lIns="0" tIns="45715" rIns="91429" bIns="45715" rtlCol="0" anchor="ctr"/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20" name="Foliennummernplatzhalter 2"/>
          <p:cNvSpPr>
            <a:spLocks noGrp="1"/>
          </p:cNvSpPr>
          <p:nvPr>
            <p:ph type="sldNum" sz="quarter" idx="4"/>
          </p:nvPr>
        </p:nvSpPr>
        <p:spPr>
          <a:xfrm>
            <a:off x="11463338" y="6586542"/>
            <a:ext cx="366712" cy="215901"/>
          </a:xfrm>
          <a:prstGeom prst="rect">
            <a:avLst/>
          </a:prstGeom>
        </p:spPr>
        <p:txBody>
          <a:bodyPr vert="horz" lIns="91429" tIns="45715" rIns="0" bIns="45715" rtlCol="0" anchor="ctr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fld id="{369A084B-84B6-4F15-B0F5-CCDC4176846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8" name="Rectangle 3"/>
          <p:cNvSpPr>
            <a:spLocks noGrp="1"/>
          </p:cNvSpPr>
          <p:nvPr>
            <p:ph type="dt" sz="half" idx="2"/>
          </p:nvPr>
        </p:nvSpPr>
        <p:spPr>
          <a:xfrm>
            <a:off x="360363" y="6586439"/>
            <a:ext cx="493866" cy="216000"/>
          </a:xfrm>
          <a:prstGeom prst="rect">
            <a:avLst/>
          </a:prstGeom>
        </p:spPr>
        <p:txBody>
          <a:bodyPr wrap="none" lIns="0" tIns="0" rIns="0" bIns="0" anchor="ctr"/>
          <a:lstStyle>
            <a:lvl1pPr eaLnBrk="1" latinLnBrk="0" hangingPunct="1">
              <a:defRPr kumimoji="0" lang="de-DE" sz="700">
                <a:solidFill>
                  <a:schemeClr val="accent2"/>
                </a:solidFill>
              </a:defRPr>
            </a:lvl1pPr>
            <a:extLst/>
          </a:lstStyle>
          <a:p>
            <a:fld id="{3A572109-2A21-4A24-87CE-A5A4BDDE52B8}" type="datetime1">
              <a:rPr lang="de-DE" smtClean="0"/>
              <a:t>21.08.2026</a:t>
            </a:fld>
            <a:endParaRPr lang="de-DE" dirty="0"/>
          </a:p>
        </p:txBody>
      </p:sp>
      <p:sp>
        <p:nvSpPr>
          <p:cNvPr id="9" name="Titelplatzhalter 6"/>
          <p:cNvSpPr>
            <a:spLocks noGrp="1"/>
          </p:cNvSpPr>
          <p:nvPr>
            <p:ph type="title" hasCustomPrompt="1"/>
          </p:nvPr>
        </p:nvSpPr>
        <p:spPr>
          <a:xfrm>
            <a:off x="360000" y="257175"/>
            <a:ext cx="9127667" cy="428625"/>
          </a:xfrm>
          <a:prstGeom prst="rect">
            <a:avLst/>
          </a:prstGeom>
        </p:spPr>
        <p:txBody>
          <a:bodyPr vert="horz" lIns="0" tIns="72000" rIns="0" bIns="0" rtlCol="0" anchor="b">
            <a:noAutofit/>
          </a:bodyPr>
          <a:lstStyle/>
          <a:p>
            <a:r>
              <a:rPr lang="de-DE" dirty="0"/>
              <a:t>Überschrift (24pt) durch Klicken bearbeiten</a:t>
            </a:r>
          </a:p>
        </p:txBody>
      </p:sp>
      <p:sp>
        <p:nvSpPr>
          <p:cNvPr id="10" name="Inhaltsplatzhalter 10"/>
          <p:cNvSpPr>
            <a:spLocks noGrp="1"/>
          </p:cNvSpPr>
          <p:nvPr>
            <p:ph sz="quarter" idx="13"/>
          </p:nvPr>
        </p:nvSpPr>
        <p:spPr>
          <a:xfrm>
            <a:off x="359999" y="889471"/>
            <a:ext cx="3715113" cy="560852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36194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67">
          <p15:clr>
            <a:srgbClr val="FBAE40"/>
          </p15:clr>
        </p15:guide>
        <p15:guide id="2" pos="2669">
          <p15:clr>
            <a:srgbClr val="FBAE40"/>
          </p15:clr>
        </p15:guide>
        <p15:guide id="3" pos="5009">
          <p15:clr>
            <a:srgbClr val="FBAE40"/>
          </p15:clr>
        </p15:guide>
        <p15:guide id="4" pos="511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10"/>
          <p:cNvSpPr>
            <a:spLocks noGrp="1"/>
          </p:cNvSpPr>
          <p:nvPr>
            <p:ph sz="quarter" idx="13"/>
          </p:nvPr>
        </p:nvSpPr>
        <p:spPr>
          <a:xfrm>
            <a:off x="359999" y="884239"/>
            <a:ext cx="5652000" cy="27241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9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881309" y="6584951"/>
            <a:ext cx="5012928" cy="215900"/>
          </a:xfrm>
          <a:prstGeom prst="rect">
            <a:avLst/>
          </a:prstGeom>
        </p:spPr>
        <p:txBody>
          <a:bodyPr vert="horz" lIns="0" tIns="45715" rIns="91429" bIns="45715" rtlCol="0" anchor="ctr"/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20" name="Foliennummernplatzhalter 2"/>
          <p:cNvSpPr>
            <a:spLocks noGrp="1"/>
          </p:cNvSpPr>
          <p:nvPr>
            <p:ph type="sldNum" sz="quarter" idx="4"/>
          </p:nvPr>
        </p:nvSpPr>
        <p:spPr>
          <a:xfrm>
            <a:off x="11463338" y="6586542"/>
            <a:ext cx="366712" cy="215901"/>
          </a:xfrm>
          <a:prstGeom prst="rect">
            <a:avLst/>
          </a:prstGeom>
        </p:spPr>
        <p:txBody>
          <a:bodyPr vert="horz" lIns="91429" tIns="45715" rIns="0" bIns="45715" rtlCol="0" anchor="ctr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fld id="{369A084B-84B6-4F15-B0F5-CCDC4176846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14"/>
          </p:nvPr>
        </p:nvSpPr>
        <p:spPr>
          <a:xfrm>
            <a:off x="359999" y="3770313"/>
            <a:ext cx="5652000" cy="27241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Inhaltsplatzhalter 10"/>
          <p:cNvSpPr>
            <a:spLocks noGrp="1"/>
          </p:cNvSpPr>
          <p:nvPr>
            <p:ph sz="quarter" idx="15"/>
          </p:nvPr>
        </p:nvSpPr>
        <p:spPr>
          <a:xfrm>
            <a:off x="6180502" y="884239"/>
            <a:ext cx="5652000" cy="27241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Inhaltsplatzhalter 10"/>
          <p:cNvSpPr>
            <a:spLocks noGrp="1"/>
          </p:cNvSpPr>
          <p:nvPr>
            <p:ph sz="quarter" idx="16"/>
          </p:nvPr>
        </p:nvSpPr>
        <p:spPr>
          <a:xfrm>
            <a:off x="6180138" y="3770313"/>
            <a:ext cx="5652000" cy="272415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Rectangle 3"/>
          <p:cNvSpPr>
            <a:spLocks noGrp="1"/>
          </p:cNvSpPr>
          <p:nvPr>
            <p:ph type="dt" sz="half" idx="2"/>
          </p:nvPr>
        </p:nvSpPr>
        <p:spPr>
          <a:xfrm>
            <a:off x="360363" y="6586439"/>
            <a:ext cx="493866" cy="216000"/>
          </a:xfrm>
          <a:prstGeom prst="rect">
            <a:avLst/>
          </a:prstGeom>
        </p:spPr>
        <p:txBody>
          <a:bodyPr wrap="none" lIns="0" tIns="0" rIns="0" bIns="0" anchor="ctr"/>
          <a:lstStyle>
            <a:lvl1pPr eaLnBrk="1" latinLnBrk="0" hangingPunct="1">
              <a:defRPr kumimoji="0" lang="de-DE" sz="700">
                <a:solidFill>
                  <a:schemeClr val="accent2"/>
                </a:solidFill>
              </a:defRPr>
            </a:lvl1pPr>
            <a:extLst/>
          </a:lstStyle>
          <a:p>
            <a:fld id="{80470AD3-FE01-42DC-A791-4EEA3EEF7B47}" type="datetime1">
              <a:rPr lang="de-DE" smtClean="0"/>
              <a:t>21.08.2026</a:t>
            </a:fld>
            <a:endParaRPr lang="de-DE" dirty="0"/>
          </a:p>
        </p:txBody>
      </p:sp>
      <p:sp>
        <p:nvSpPr>
          <p:cNvPr id="14" name="Titelplatzhalter 6"/>
          <p:cNvSpPr>
            <a:spLocks noGrp="1"/>
          </p:cNvSpPr>
          <p:nvPr>
            <p:ph type="title" hasCustomPrompt="1"/>
          </p:nvPr>
        </p:nvSpPr>
        <p:spPr>
          <a:xfrm>
            <a:off x="360000" y="257175"/>
            <a:ext cx="9127667" cy="428625"/>
          </a:xfrm>
          <a:prstGeom prst="rect">
            <a:avLst/>
          </a:prstGeom>
        </p:spPr>
        <p:txBody>
          <a:bodyPr vert="horz" lIns="0" tIns="72000" rIns="0" bIns="0" rtlCol="0" anchor="b">
            <a:noAutofit/>
          </a:bodyPr>
          <a:lstStyle/>
          <a:p>
            <a:r>
              <a:rPr lang="de-DE" dirty="0"/>
              <a:t>Überschrift (24pt)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176734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orient="horz" pos="2273">
          <p15:clr>
            <a:srgbClr val="FBAE40"/>
          </p15:clr>
        </p15:guide>
        <p15:guide id="8" orient="horz" pos="2375">
          <p15:clr>
            <a:srgbClr val="FBAE40"/>
          </p15:clr>
        </p15:guide>
        <p15:guide id="9" pos="3840">
          <p15:clr>
            <a:srgbClr val="FBAE40"/>
          </p15:clr>
        </p15:guide>
        <p15:guide id="10" pos="3788">
          <p15:clr>
            <a:srgbClr val="FBAE40"/>
          </p15:clr>
        </p15:guide>
        <p15:guide id="11" pos="389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k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/>
          <p:cNvSpPr>
            <a:spLocks noGrp="1"/>
          </p:cNvSpPr>
          <p:nvPr>
            <p:ph sz="quarter" idx="15" hasCustomPrompt="1"/>
          </p:nvPr>
        </p:nvSpPr>
        <p:spPr>
          <a:xfrm>
            <a:off x="344139" y="884238"/>
            <a:ext cx="11506201" cy="5613761"/>
          </a:xfrm>
          <a:prstGeom prst="rect">
            <a:avLst/>
          </a:prstGeom>
          <a:pattFill prst="wdUpDiag">
            <a:fgClr>
              <a:schemeClr val="tx2"/>
            </a:fgClr>
            <a:bgClr>
              <a:schemeClr val="bg1"/>
            </a:bgClr>
          </a:pattFill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2"/>
          </p:nvPr>
        </p:nvSpPr>
        <p:spPr>
          <a:xfrm>
            <a:off x="360363" y="6586439"/>
            <a:ext cx="493866" cy="216000"/>
          </a:xfrm>
          <a:prstGeom prst="rect">
            <a:avLst/>
          </a:prstGeom>
        </p:spPr>
        <p:txBody>
          <a:bodyPr wrap="none" lIns="0" tIns="0" rIns="0" bIns="0" anchor="ctr"/>
          <a:lstStyle>
            <a:lvl1pPr eaLnBrk="1" latinLnBrk="0" hangingPunct="1">
              <a:defRPr kumimoji="0" lang="de-DE" sz="700">
                <a:solidFill>
                  <a:schemeClr val="accent2"/>
                </a:solidFill>
              </a:defRPr>
            </a:lvl1pPr>
            <a:extLst/>
          </a:lstStyle>
          <a:p>
            <a:fld id="{A84B0B5D-D158-43ED-9A9B-2FE23805F526}" type="datetime1">
              <a:rPr lang="de-DE" smtClean="0"/>
              <a:t>21.08.2026</a:t>
            </a:fld>
            <a:endParaRPr lang="de-DE" dirty="0"/>
          </a:p>
        </p:txBody>
      </p:sp>
      <p:sp>
        <p:nvSpPr>
          <p:cNvPr id="5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881309" y="6584951"/>
            <a:ext cx="5012928" cy="215900"/>
          </a:xfrm>
          <a:prstGeom prst="rect">
            <a:avLst/>
          </a:prstGeom>
        </p:spPr>
        <p:txBody>
          <a:bodyPr vert="horz" lIns="0" tIns="45715" rIns="91429" bIns="45715" rtlCol="0" anchor="ctr"/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6" name="Titelplatzhalter 6"/>
          <p:cNvSpPr>
            <a:spLocks noGrp="1"/>
          </p:cNvSpPr>
          <p:nvPr>
            <p:ph type="title" hasCustomPrompt="1"/>
          </p:nvPr>
        </p:nvSpPr>
        <p:spPr>
          <a:xfrm>
            <a:off x="360000" y="257175"/>
            <a:ext cx="9127667" cy="428625"/>
          </a:xfrm>
          <a:prstGeom prst="rect">
            <a:avLst/>
          </a:prstGeom>
        </p:spPr>
        <p:txBody>
          <a:bodyPr vert="horz" lIns="0" tIns="72000" rIns="0" bIns="0" rtlCol="0" anchor="b">
            <a:noAutofit/>
          </a:bodyPr>
          <a:lstStyle/>
          <a:p>
            <a:r>
              <a:rPr lang="de-DE" dirty="0"/>
              <a:t>Überschrift (24pt) durch Klicken bearbeiten</a:t>
            </a:r>
          </a:p>
        </p:txBody>
      </p:sp>
      <p:sp>
        <p:nvSpPr>
          <p:cNvPr id="7" name="Foliennummernplatzhalter 2"/>
          <p:cNvSpPr>
            <a:spLocks noGrp="1"/>
          </p:cNvSpPr>
          <p:nvPr>
            <p:ph type="sldNum" sz="quarter" idx="4"/>
          </p:nvPr>
        </p:nvSpPr>
        <p:spPr>
          <a:xfrm>
            <a:off x="11463338" y="6586542"/>
            <a:ext cx="366712" cy="215901"/>
          </a:xfrm>
          <a:prstGeom prst="rect">
            <a:avLst/>
          </a:prstGeom>
        </p:spPr>
        <p:txBody>
          <a:bodyPr vert="horz" lIns="91429" tIns="45715" rIns="0" bIns="45715" rtlCol="0" anchor="ctr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fld id="{369A084B-84B6-4F15-B0F5-CCDC4176846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9977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1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881309" y="6584951"/>
            <a:ext cx="5012928" cy="215900"/>
          </a:xfrm>
          <a:prstGeom prst="rect">
            <a:avLst/>
          </a:prstGeom>
        </p:spPr>
        <p:txBody>
          <a:bodyPr vert="horz" lIns="0" tIns="45715" rIns="91429" bIns="45715" rtlCol="0" anchor="ctr"/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16" name="Rectangle 3"/>
          <p:cNvSpPr>
            <a:spLocks noGrp="1"/>
          </p:cNvSpPr>
          <p:nvPr>
            <p:ph type="dt" sz="half" idx="2"/>
          </p:nvPr>
        </p:nvSpPr>
        <p:spPr>
          <a:xfrm>
            <a:off x="360363" y="6584851"/>
            <a:ext cx="493866" cy="216000"/>
          </a:xfrm>
          <a:prstGeom prst="rect">
            <a:avLst/>
          </a:prstGeom>
        </p:spPr>
        <p:txBody>
          <a:bodyPr wrap="none" lIns="0" tIns="0" rIns="0" bIns="0" anchor="ctr"/>
          <a:lstStyle>
            <a:lvl1pPr eaLnBrk="1" latinLnBrk="0" hangingPunct="1">
              <a:defRPr kumimoji="0" lang="de-DE" sz="700">
                <a:solidFill>
                  <a:schemeClr val="accent2"/>
                </a:solidFill>
              </a:defRPr>
            </a:lvl1pPr>
            <a:extLst/>
          </a:lstStyle>
          <a:p>
            <a:fld id="{C7CC40C2-B1A6-4F58-9BD7-8FCCEEC55E4C}" type="datetime1">
              <a:rPr lang="de-DE" smtClean="0"/>
              <a:t>21.08.2026</a:t>
            </a:fld>
            <a:endParaRPr lang="de-DE" dirty="0"/>
          </a:p>
        </p:txBody>
      </p:sp>
      <p:sp>
        <p:nvSpPr>
          <p:cNvPr id="5" name="Titelplatzhalter 6"/>
          <p:cNvSpPr>
            <a:spLocks noGrp="1"/>
          </p:cNvSpPr>
          <p:nvPr>
            <p:ph type="title" hasCustomPrompt="1"/>
          </p:nvPr>
        </p:nvSpPr>
        <p:spPr>
          <a:xfrm>
            <a:off x="360000" y="257175"/>
            <a:ext cx="9127667" cy="428625"/>
          </a:xfrm>
          <a:prstGeom prst="rect">
            <a:avLst/>
          </a:prstGeom>
        </p:spPr>
        <p:txBody>
          <a:bodyPr vert="horz" lIns="0" tIns="72000" rIns="0" bIns="0" rtlCol="0" anchor="b">
            <a:noAutofit/>
          </a:bodyPr>
          <a:lstStyle/>
          <a:p>
            <a:r>
              <a:rPr lang="de-DE" dirty="0"/>
              <a:t>Überschrift (24pt) durch Klicken bearbeiten</a:t>
            </a:r>
          </a:p>
        </p:txBody>
      </p:sp>
      <p:sp>
        <p:nvSpPr>
          <p:cNvPr id="6" name="Foliennummernplatzhalter 2"/>
          <p:cNvSpPr>
            <a:spLocks noGrp="1"/>
          </p:cNvSpPr>
          <p:nvPr>
            <p:ph type="sldNum" sz="quarter" idx="4"/>
          </p:nvPr>
        </p:nvSpPr>
        <p:spPr>
          <a:xfrm>
            <a:off x="11463338" y="6586542"/>
            <a:ext cx="366712" cy="215901"/>
          </a:xfrm>
          <a:prstGeom prst="rect">
            <a:avLst/>
          </a:prstGeom>
        </p:spPr>
        <p:txBody>
          <a:bodyPr vert="horz" lIns="91429" tIns="45715" rIns="0" bIns="45715" rtlCol="0" anchor="ctr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fld id="{369A084B-84B6-4F15-B0F5-CCDC4176846B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735298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hne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881309" y="6584951"/>
            <a:ext cx="5012928" cy="215900"/>
          </a:xfrm>
          <a:prstGeom prst="rect">
            <a:avLst/>
          </a:prstGeom>
        </p:spPr>
        <p:txBody>
          <a:bodyPr vert="horz" lIns="0" tIns="45715" rIns="91429" bIns="45715" rtlCol="0" anchor="ctr"/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13" name="Foliennummernplatzhalter 2"/>
          <p:cNvSpPr>
            <a:spLocks noGrp="1"/>
          </p:cNvSpPr>
          <p:nvPr>
            <p:ph type="sldNum" sz="quarter" idx="4"/>
          </p:nvPr>
        </p:nvSpPr>
        <p:spPr>
          <a:xfrm>
            <a:off x="11463338" y="6586542"/>
            <a:ext cx="366712" cy="215901"/>
          </a:xfrm>
          <a:prstGeom prst="rect">
            <a:avLst/>
          </a:prstGeom>
        </p:spPr>
        <p:txBody>
          <a:bodyPr vert="horz" lIns="91429" tIns="45715" rIns="0" bIns="45715" rtlCol="0" anchor="ctr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fld id="{369A084B-84B6-4F15-B0F5-CCDC4176846B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" name="Rectangle 3"/>
          <p:cNvSpPr>
            <a:spLocks noGrp="1"/>
          </p:cNvSpPr>
          <p:nvPr>
            <p:ph type="dt" sz="half" idx="2"/>
          </p:nvPr>
        </p:nvSpPr>
        <p:spPr>
          <a:xfrm>
            <a:off x="360363" y="6584851"/>
            <a:ext cx="493866" cy="216000"/>
          </a:xfrm>
          <a:prstGeom prst="rect">
            <a:avLst/>
          </a:prstGeom>
        </p:spPr>
        <p:txBody>
          <a:bodyPr wrap="none" lIns="0" tIns="0" rIns="0" bIns="0" anchor="ctr"/>
          <a:lstStyle>
            <a:lvl1pPr eaLnBrk="1" latinLnBrk="0" hangingPunct="1">
              <a:defRPr kumimoji="0" lang="de-DE" sz="700">
                <a:solidFill>
                  <a:schemeClr val="accent2"/>
                </a:solidFill>
              </a:defRPr>
            </a:lvl1pPr>
            <a:extLst/>
          </a:lstStyle>
          <a:p>
            <a:fld id="{B33027A7-229B-429C-AAC4-4CCDEBDE1452}" type="datetime1">
              <a:rPr lang="de-DE" smtClean="0"/>
              <a:t>21.08.2026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883921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ktrefernz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3437B1-A116-B2F9-227A-6D36643F5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Name Projektreferenz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29C4617-F2BD-D559-7124-766A7367A2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FCF956-539A-D178-B927-FCDFD129760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48A0647-3573-420B-885F-9503749F33FD}" type="datetime1">
              <a:rPr lang="de-DE" smtClean="0"/>
              <a:t>21.08.2026</a:t>
            </a:fld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2BB121B-3EBD-1702-A7A0-4DF4FD351BAD}"/>
              </a:ext>
            </a:extLst>
          </p:cNvPr>
          <p:cNvSpPr/>
          <p:nvPr userDrawn="1"/>
        </p:nvSpPr>
        <p:spPr>
          <a:xfrm>
            <a:off x="1375683" y="5517759"/>
            <a:ext cx="6577692" cy="1005723"/>
          </a:xfrm>
          <a:prstGeom prst="rect">
            <a:avLst/>
          </a:prstGeom>
          <a:solidFill>
            <a:schemeClr val="bg1"/>
          </a:solidFill>
          <a:ln w="19050">
            <a:solidFill>
              <a:srgbClr val="283F64"/>
            </a:solidFill>
          </a:ln>
        </p:spPr>
        <p:txBody>
          <a:bodyPr wrap="square" lIns="0" anchor="ctr">
            <a:noAutofit/>
          </a:bodyPr>
          <a:lstStyle/>
          <a:p>
            <a:pPr marL="715963" marR="0" lvl="0" indent="3175" algn="l" defTabSz="914400" rtl="0" eaLnBrk="1" fontAlgn="base" latinLnBrk="0" hangingPunct="1"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Pfeil nach rechts 3">
            <a:extLst>
              <a:ext uri="{FF2B5EF4-FFF2-40B4-BE49-F238E27FC236}">
                <a16:creationId xmlns:a16="http://schemas.microsoft.com/office/drawing/2014/main" id="{3FC38A81-E916-3577-1B80-DB34A8CE29DF}"/>
              </a:ext>
            </a:extLst>
          </p:cNvPr>
          <p:cNvSpPr/>
          <p:nvPr userDrawn="1"/>
        </p:nvSpPr>
        <p:spPr>
          <a:xfrm>
            <a:off x="344034" y="5517759"/>
            <a:ext cx="1518419" cy="1005723"/>
          </a:xfrm>
          <a:prstGeom prst="rightArrow">
            <a:avLst>
              <a:gd name="adj1" fmla="val 100000"/>
              <a:gd name="adj2" fmla="val 28856"/>
            </a:avLst>
          </a:prstGeom>
          <a:solidFill>
            <a:srgbClr val="ADC22D"/>
          </a:solidFill>
          <a:ln w="38100">
            <a:solidFill>
              <a:srgbClr val="283F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BECE80D-9798-E528-5769-E1B80B81D962}"/>
              </a:ext>
            </a:extLst>
          </p:cNvPr>
          <p:cNvSpPr/>
          <p:nvPr userDrawn="1"/>
        </p:nvSpPr>
        <p:spPr>
          <a:xfrm>
            <a:off x="8113714" y="3164620"/>
            <a:ext cx="3724274" cy="100012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283F64"/>
                </a:solidFill>
                <a:effectLst/>
                <a:uLnTx/>
                <a:uFillTx/>
                <a:latin typeface="Arial"/>
                <a:cs typeface="Arial"/>
              </a:rPr>
              <a:t>Projektdauer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rgbClr val="283F64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4997876-2F05-1383-7BEE-6DFDCD8FC30D}"/>
              </a:ext>
            </a:extLst>
          </p:cNvPr>
          <p:cNvSpPr/>
          <p:nvPr userDrawn="1"/>
        </p:nvSpPr>
        <p:spPr>
          <a:xfrm>
            <a:off x="8129519" y="4310808"/>
            <a:ext cx="3724274" cy="100806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283F64"/>
                </a:solidFill>
                <a:effectLst/>
                <a:uLnTx/>
                <a:uFillTx/>
                <a:latin typeface="Arial"/>
                <a:cs typeface="Arial"/>
              </a:rPr>
              <a:t>Smart Projektteam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rgbClr val="283F64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26A8721-66F9-1AF7-860C-D61C54278570}"/>
              </a:ext>
            </a:extLst>
          </p:cNvPr>
          <p:cNvSpPr/>
          <p:nvPr userDrawn="1"/>
        </p:nvSpPr>
        <p:spPr>
          <a:xfrm>
            <a:off x="8128893" y="5473344"/>
            <a:ext cx="3724274" cy="1019531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283F64"/>
                </a:solidFill>
                <a:effectLst/>
                <a:uLnTx/>
                <a:uFillTx/>
                <a:latin typeface="Arial"/>
                <a:cs typeface="Arial"/>
              </a:rPr>
              <a:t>Technisches Umfeld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rgbClr val="283F64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49303E4F-B3D0-3EDC-BF7E-1D23D3CCA477}"/>
              </a:ext>
            </a:extLst>
          </p:cNvPr>
          <p:cNvGrpSpPr/>
          <p:nvPr userDrawn="1"/>
        </p:nvGrpSpPr>
        <p:grpSpPr>
          <a:xfrm>
            <a:off x="8294764" y="4725144"/>
            <a:ext cx="653974" cy="412211"/>
            <a:chOff x="4260475" y="1713961"/>
            <a:chExt cx="797945" cy="502958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57E1D362-F866-2479-BF3F-8877155ACE57}"/>
                </a:ext>
              </a:extLst>
            </p:cNvPr>
            <p:cNvGrpSpPr/>
            <p:nvPr/>
          </p:nvGrpSpPr>
          <p:grpSpPr>
            <a:xfrm>
              <a:off x="4260475" y="1751921"/>
              <a:ext cx="349250" cy="427038"/>
              <a:chOff x="2144688" y="1208830"/>
              <a:chExt cx="349250" cy="427038"/>
            </a:xfrm>
          </p:grpSpPr>
          <p:sp>
            <p:nvSpPr>
              <p:cNvPr id="18" name="Freeform 16">
                <a:extLst>
                  <a:ext uri="{FF2B5EF4-FFF2-40B4-BE49-F238E27FC236}">
                    <a16:creationId xmlns:a16="http://schemas.microsoft.com/office/drawing/2014/main" id="{0B5CE358-3F0B-E52C-691C-273476888B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4688" y="1418380"/>
                <a:ext cx="349250" cy="217488"/>
              </a:xfrm>
              <a:custGeom>
                <a:avLst/>
                <a:gdLst>
                  <a:gd name="T0" fmla="*/ 70 w 93"/>
                  <a:gd name="T1" fmla="*/ 0 h 58"/>
                  <a:gd name="T2" fmla="*/ 68 w 93"/>
                  <a:gd name="T3" fmla="*/ 0 h 58"/>
                  <a:gd name="T4" fmla="*/ 46 w 93"/>
                  <a:gd name="T5" fmla="*/ 8 h 58"/>
                  <a:gd name="T6" fmla="*/ 24 w 93"/>
                  <a:gd name="T7" fmla="*/ 0 h 58"/>
                  <a:gd name="T8" fmla="*/ 23 w 93"/>
                  <a:gd name="T9" fmla="*/ 0 h 58"/>
                  <a:gd name="T10" fmla="*/ 0 w 93"/>
                  <a:gd name="T11" fmla="*/ 31 h 58"/>
                  <a:gd name="T12" fmla="*/ 0 w 93"/>
                  <a:gd name="T13" fmla="*/ 58 h 58"/>
                  <a:gd name="T14" fmla="*/ 93 w 93"/>
                  <a:gd name="T15" fmla="*/ 58 h 58"/>
                  <a:gd name="T16" fmla="*/ 93 w 93"/>
                  <a:gd name="T17" fmla="*/ 31 h 58"/>
                  <a:gd name="T18" fmla="*/ 70 w 93"/>
                  <a:gd name="T1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" h="58">
                    <a:moveTo>
                      <a:pt x="7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2" y="5"/>
                      <a:pt x="55" y="8"/>
                      <a:pt x="46" y="8"/>
                    </a:cubicBezTo>
                    <a:cubicBezTo>
                      <a:pt x="38" y="8"/>
                      <a:pt x="31" y="5"/>
                      <a:pt x="24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1"/>
                      <a:pt x="0" y="17"/>
                      <a:pt x="0" y="31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3" y="31"/>
                      <a:pt x="93" y="31"/>
                      <a:pt x="93" y="31"/>
                    </a:cubicBezTo>
                    <a:cubicBezTo>
                      <a:pt x="93" y="17"/>
                      <a:pt x="83" y="1"/>
                      <a:pt x="70" y="0"/>
                    </a:cubicBezTo>
                    <a:close/>
                  </a:path>
                </a:pathLst>
              </a:custGeom>
              <a:solidFill>
                <a:srgbClr val="283F64"/>
              </a:solidFill>
              <a:ln w="190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19" name="Oval 17">
                <a:extLst>
                  <a:ext uri="{FF2B5EF4-FFF2-40B4-BE49-F238E27FC236}">
                    <a16:creationId xmlns:a16="http://schemas.microsoft.com/office/drawing/2014/main" id="{A51B5464-143F-6A34-D42E-84B09A6962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188" y="1208830"/>
                <a:ext cx="222250" cy="223838"/>
              </a:xfrm>
              <a:prstGeom prst="ellipse">
                <a:avLst/>
              </a:prstGeom>
              <a:solidFill>
                <a:srgbClr val="283F64"/>
              </a:solidFill>
              <a:ln w="190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FCC6A0CA-DCD9-9C41-1DB1-92FE213A6738}"/>
                </a:ext>
              </a:extLst>
            </p:cNvPr>
            <p:cNvGrpSpPr/>
            <p:nvPr/>
          </p:nvGrpSpPr>
          <p:grpSpPr>
            <a:xfrm>
              <a:off x="4709170" y="1751921"/>
              <a:ext cx="349250" cy="427038"/>
              <a:chOff x="2144688" y="1208830"/>
              <a:chExt cx="349250" cy="427038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750095A2-E7F9-DE24-BC17-32043918E2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4688" y="1418380"/>
                <a:ext cx="349250" cy="217488"/>
              </a:xfrm>
              <a:custGeom>
                <a:avLst/>
                <a:gdLst>
                  <a:gd name="T0" fmla="*/ 70 w 93"/>
                  <a:gd name="T1" fmla="*/ 0 h 58"/>
                  <a:gd name="T2" fmla="*/ 68 w 93"/>
                  <a:gd name="T3" fmla="*/ 0 h 58"/>
                  <a:gd name="T4" fmla="*/ 46 w 93"/>
                  <a:gd name="T5" fmla="*/ 8 h 58"/>
                  <a:gd name="T6" fmla="*/ 24 w 93"/>
                  <a:gd name="T7" fmla="*/ 0 h 58"/>
                  <a:gd name="T8" fmla="*/ 23 w 93"/>
                  <a:gd name="T9" fmla="*/ 0 h 58"/>
                  <a:gd name="T10" fmla="*/ 0 w 93"/>
                  <a:gd name="T11" fmla="*/ 31 h 58"/>
                  <a:gd name="T12" fmla="*/ 0 w 93"/>
                  <a:gd name="T13" fmla="*/ 58 h 58"/>
                  <a:gd name="T14" fmla="*/ 93 w 93"/>
                  <a:gd name="T15" fmla="*/ 58 h 58"/>
                  <a:gd name="T16" fmla="*/ 93 w 93"/>
                  <a:gd name="T17" fmla="*/ 31 h 58"/>
                  <a:gd name="T18" fmla="*/ 70 w 93"/>
                  <a:gd name="T1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" h="58">
                    <a:moveTo>
                      <a:pt x="7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2" y="5"/>
                      <a:pt x="55" y="8"/>
                      <a:pt x="46" y="8"/>
                    </a:cubicBezTo>
                    <a:cubicBezTo>
                      <a:pt x="38" y="8"/>
                      <a:pt x="31" y="5"/>
                      <a:pt x="24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1"/>
                      <a:pt x="0" y="17"/>
                      <a:pt x="0" y="31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3" y="31"/>
                      <a:pt x="93" y="31"/>
                      <a:pt x="93" y="31"/>
                    </a:cubicBezTo>
                    <a:cubicBezTo>
                      <a:pt x="93" y="17"/>
                      <a:pt x="83" y="1"/>
                      <a:pt x="70" y="0"/>
                    </a:cubicBezTo>
                    <a:close/>
                  </a:path>
                </a:pathLst>
              </a:custGeom>
              <a:solidFill>
                <a:srgbClr val="283F64"/>
              </a:solidFill>
              <a:ln w="190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17" name="Oval 17">
                <a:extLst>
                  <a:ext uri="{FF2B5EF4-FFF2-40B4-BE49-F238E27FC236}">
                    <a16:creationId xmlns:a16="http://schemas.microsoft.com/office/drawing/2014/main" id="{CD2E21B6-F73C-5AD7-D171-7EF12DC338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188" y="1208830"/>
                <a:ext cx="222250" cy="223838"/>
              </a:xfrm>
              <a:prstGeom prst="ellipse">
                <a:avLst/>
              </a:prstGeom>
              <a:solidFill>
                <a:srgbClr val="283F64"/>
              </a:solidFill>
              <a:ln w="190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B009E4E0-00F4-1428-08E8-2C4038D42D8F}"/>
                </a:ext>
              </a:extLst>
            </p:cNvPr>
            <p:cNvGrpSpPr/>
            <p:nvPr/>
          </p:nvGrpSpPr>
          <p:grpSpPr>
            <a:xfrm>
              <a:off x="4453777" y="1713961"/>
              <a:ext cx="411341" cy="502958"/>
              <a:chOff x="2144688" y="1208830"/>
              <a:chExt cx="349250" cy="427038"/>
            </a:xfrm>
          </p:grpSpPr>
          <p:sp>
            <p:nvSpPr>
              <p:cNvPr id="14" name="Freeform 16">
                <a:extLst>
                  <a:ext uri="{FF2B5EF4-FFF2-40B4-BE49-F238E27FC236}">
                    <a16:creationId xmlns:a16="http://schemas.microsoft.com/office/drawing/2014/main" id="{81FDBD65-0024-6FEA-FBAE-6881C17178A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4688" y="1418380"/>
                <a:ext cx="349250" cy="217488"/>
              </a:xfrm>
              <a:custGeom>
                <a:avLst/>
                <a:gdLst>
                  <a:gd name="T0" fmla="*/ 70 w 93"/>
                  <a:gd name="T1" fmla="*/ 0 h 58"/>
                  <a:gd name="T2" fmla="*/ 68 w 93"/>
                  <a:gd name="T3" fmla="*/ 0 h 58"/>
                  <a:gd name="T4" fmla="*/ 46 w 93"/>
                  <a:gd name="T5" fmla="*/ 8 h 58"/>
                  <a:gd name="T6" fmla="*/ 24 w 93"/>
                  <a:gd name="T7" fmla="*/ 0 h 58"/>
                  <a:gd name="T8" fmla="*/ 23 w 93"/>
                  <a:gd name="T9" fmla="*/ 0 h 58"/>
                  <a:gd name="T10" fmla="*/ 0 w 93"/>
                  <a:gd name="T11" fmla="*/ 31 h 58"/>
                  <a:gd name="T12" fmla="*/ 0 w 93"/>
                  <a:gd name="T13" fmla="*/ 58 h 58"/>
                  <a:gd name="T14" fmla="*/ 93 w 93"/>
                  <a:gd name="T15" fmla="*/ 58 h 58"/>
                  <a:gd name="T16" fmla="*/ 93 w 93"/>
                  <a:gd name="T17" fmla="*/ 31 h 58"/>
                  <a:gd name="T18" fmla="*/ 70 w 93"/>
                  <a:gd name="T1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" h="58">
                    <a:moveTo>
                      <a:pt x="7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2" y="5"/>
                      <a:pt x="55" y="8"/>
                      <a:pt x="46" y="8"/>
                    </a:cubicBezTo>
                    <a:cubicBezTo>
                      <a:pt x="38" y="8"/>
                      <a:pt x="31" y="5"/>
                      <a:pt x="24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1"/>
                      <a:pt x="0" y="17"/>
                      <a:pt x="0" y="31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3" y="31"/>
                      <a:pt x="93" y="31"/>
                      <a:pt x="93" y="31"/>
                    </a:cubicBezTo>
                    <a:cubicBezTo>
                      <a:pt x="93" y="17"/>
                      <a:pt x="83" y="1"/>
                      <a:pt x="70" y="0"/>
                    </a:cubicBezTo>
                    <a:close/>
                  </a:path>
                </a:pathLst>
              </a:custGeom>
              <a:solidFill>
                <a:srgbClr val="283F64"/>
              </a:solidFill>
              <a:ln w="190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15" name="Oval 17">
                <a:extLst>
                  <a:ext uri="{FF2B5EF4-FFF2-40B4-BE49-F238E27FC236}">
                    <a16:creationId xmlns:a16="http://schemas.microsoft.com/office/drawing/2014/main" id="{85E7C8E1-0559-2811-683B-AD098C4F5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188" y="1208830"/>
                <a:ext cx="222250" cy="223838"/>
              </a:xfrm>
              <a:prstGeom prst="ellipse">
                <a:avLst/>
              </a:prstGeom>
              <a:solidFill>
                <a:srgbClr val="283F64"/>
              </a:solidFill>
              <a:ln w="190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</p:grp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A0959590-7281-FBAA-48A8-762D8145E726}"/>
              </a:ext>
            </a:extLst>
          </p:cNvPr>
          <p:cNvGrpSpPr/>
          <p:nvPr userDrawn="1"/>
        </p:nvGrpSpPr>
        <p:grpSpPr>
          <a:xfrm>
            <a:off x="8339086" y="5859627"/>
            <a:ext cx="565330" cy="521701"/>
            <a:chOff x="4465638" y="2981325"/>
            <a:chExt cx="966787" cy="892175"/>
          </a:xfrm>
        </p:grpSpPr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ADD33AD8-B4B7-AD3A-FC3C-C04BC3036259}"/>
                </a:ext>
              </a:extLst>
            </p:cNvPr>
            <p:cNvGrpSpPr/>
            <p:nvPr/>
          </p:nvGrpSpPr>
          <p:grpSpPr>
            <a:xfrm>
              <a:off x="4465638" y="2981325"/>
              <a:ext cx="966787" cy="892175"/>
              <a:chOff x="4465638" y="2981325"/>
              <a:chExt cx="966787" cy="892175"/>
            </a:xfrm>
          </p:grpSpPr>
          <p:sp>
            <p:nvSpPr>
              <p:cNvPr id="28" name="Freeform 6">
                <a:extLst>
                  <a:ext uri="{FF2B5EF4-FFF2-40B4-BE49-F238E27FC236}">
                    <a16:creationId xmlns:a16="http://schemas.microsoft.com/office/drawing/2014/main" id="{5609159A-BDCB-2BFC-7242-2D5197E7EC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5638" y="2981325"/>
                <a:ext cx="966787" cy="892175"/>
              </a:xfrm>
              <a:custGeom>
                <a:avLst/>
                <a:gdLst>
                  <a:gd name="T0" fmla="*/ 258 w 258"/>
                  <a:gd name="T1" fmla="*/ 184 h 238"/>
                  <a:gd name="T2" fmla="*/ 258 w 258"/>
                  <a:gd name="T3" fmla="*/ 184 h 238"/>
                  <a:gd name="T4" fmla="*/ 258 w 258"/>
                  <a:gd name="T5" fmla="*/ 153 h 238"/>
                  <a:gd name="T6" fmla="*/ 258 w 258"/>
                  <a:gd name="T7" fmla="*/ 153 h 238"/>
                  <a:gd name="T8" fmla="*/ 258 w 258"/>
                  <a:gd name="T9" fmla="*/ 18 h 238"/>
                  <a:gd name="T10" fmla="*/ 239 w 258"/>
                  <a:gd name="T11" fmla="*/ 0 h 238"/>
                  <a:gd name="T12" fmla="*/ 19 w 258"/>
                  <a:gd name="T13" fmla="*/ 0 h 238"/>
                  <a:gd name="T14" fmla="*/ 0 w 258"/>
                  <a:gd name="T15" fmla="*/ 18 h 238"/>
                  <a:gd name="T16" fmla="*/ 0 w 258"/>
                  <a:gd name="T17" fmla="*/ 157 h 238"/>
                  <a:gd name="T18" fmla="*/ 0 w 258"/>
                  <a:gd name="T19" fmla="*/ 157 h 238"/>
                  <a:gd name="T20" fmla="*/ 0 w 258"/>
                  <a:gd name="T21" fmla="*/ 182 h 238"/>
                  <a:gd name="T22" fmla="*/ 0 w 258"/>
                  <a:gd name="T23" fmla="*/ 182 h 238"/>
                  <a:gd name="T24" fmla="*/ 0 w 258"/>
                  <a:gd name="T25" fmla="*/ 184 h 238"/>
                  <a:gd name="T26" fmla="*/ 0 w 258"/>
                  <a:gd name="T27" fmla="*/ 184 h 238"/>
                  <a:gd name="T28" fmla="*/ 0 w 258"/>
                  <a:gd name="T29" fmla="*/ 184 h 238"/>
                  <a:gd name="T30" fmla="*/ 0 w 258"/>
                  <a:gd name="T31" fmla="*/ 184 h 238"/>
                  <a:gd name="T32" fmla="*/ 17 w 258"/>
                  <a:gd name="T33" fmla="*/ 200 h 238"/>
                  <a:gd name="T34" fmla="*/ 100 w 258"/>
                  <a:gd name="T35" fmla="*/ 200 h 238"/>
                  <a:gd name="T36" fmla="*/ 73 w 258"/>
                  <a:gd name="T37" fmla="*/ 224 h 238"/>
                  <a:gd name="T38" fmla="*/ 74 w 258"/>
                  <a:gd name="T39" fmla="*/ 224 h 238"/>
                  <a:gd name="T40" fmla="*/ 67 w 258"/>
                  <a:gd name="T41" fmla="*/ 231 h 238"/>
                  <a:gd name="T42" fmla="*/ 74 w 258"/>
                  <a:gd name="T43" fmla="*/ 238 h 238"/>
                  <a:gd name="T44" fmla="*/ 184 w 258"/>
                  <a:gd name="T45" fmla="*/ 238 h 238"/>
                  <a:gd name="T46" fmla="*/ 191 w 258"/>
                  <a:gd name="T47" fmla="*/ 231 h 238"/>
                  <a:gd name="T48" fmla="*/ 184 w 258"/>
                  <a:gd name="T49" fmla="*/ 224 h 238"/>
                  <a:gd name="T50" fmla="*/ 185 w 258"/>
                  <a:gd name="T51" fmla="*/ 224 h 238"/>
                  <a:gd name="T52" fmla="*/ 158 w 258"/>
                  <a:gd name="T53" fmla="*/ 200 h 238"/>
                  <a:gd name="T54" fmla="*/ 242 w 258"/>
                  <a:gd name="T55" fmla="*/ 200 h 238"/>
                  <a:gd name="T56" fmla="*/ 258 w 258"/>
                  <a:gd name="T57" fmla="*/ 18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58" h="238">
                    <a:moveTo>
                      <a:pt x="258" y="184"/>
                    </a:moveTo>
                    <a:cubicBezTo>
                      <a:pt x="258" y="184"/>
                      <a:pt x="258" y="184"/>
                      <a:pt x="258" y="184"/>
                    </a:cubicBezTo>
                    <a:cubicBezTo>
                      <a:pt x="258" y="153"/>
                      <a:pt x="258" y="153"/>
                      <a:pt x="258" y="153"/>
                    </a:cubicBezTo>
                    <a:cubicBezTo>
                      <a:pt x="258" y="153"/>
                      <a:pt x="258" y="153"/>
                      <a:pt x="258" y="153"/>
                    </a:cubicBezTo>
                    <a:cubicBezTo>
                      <a:pt x="258" y="18"/>
                      <a:pt x="258" y="18"/>
                      <a:pt x="258" y="18"/>
                    </a:cubicBezTo>
                    <a:cubicBezTo>
                      <a:pt x="258" y="8"/>
                      <a:pt x="250" y="0"/>
                      <a:pt x="239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9" y="0"/>
                      <a:pt x="0" y="8"/>
                      <a:pt x="0" y="18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4"/>
                      <a:pt x="0" y="184"/>
                      <a:pt x="0" y="184"/>
                    </a:cubicBezTo>
                    <a:cubicBezTo>
                      <a:pt x="0" y="184"/>
                      <a:pt x="0" y="184"/>
                      <a:pt x="0" y="184"/>
                    </a:cubicBezTo>
                    <a:cubicBezTo>
                      <a:pt x="0" y="184"/>
                      <a:pt x="0" y="184"/>
                      <a:pt x="0" y="184"/>
                    </a:cubicBezTo>
                    <a:cubicBezTo>
                      <a:pt x="0" y="184"/>
                      <a:pt x="0" y="184"/>
                      <a:pt x="0" y="184"/>
                    </a:cubicBezTo>
                    <a:cubicBezTo>
                      <a:pt x="0" y="193"/>
                      <a:pt x="8" y="200"/>
                      <a:pt x="17" y="200"/>
                    </a:cubicBezTo>
                    <a:cubicBezTo>
                      <a:pt x="100" y="200"/>
                      <a:pt x="100" y="200"/>
                      <a:pt x="100" y="200"/>
                    </a:cubicBezTo>
                    <a:cubicBezTo>
                      <a:pt x="100" y="204"/>
                      <a:pt x="98" y="221"/>
                      <a:pt x="73" y="224"/>
                    </a:cubicBezTo>
                    <a:cubicBezTo>
                      <a:pt x="74" y="224"/>
                      <a:pt x="74" y="224"/>
                      <a:pt x="74" y="224"/>
                    </a:cubicBezTo>
                    <a:cubicBezTo>
                      <a:pt x="70" y="224"/>
                      <a:pt x="67" y="227"/>
                      <a:pt x="67" y="231"/>
                    </a:cubicBezTo>
                    <a:cubicBezTo>
                      <a:pt x="67" y="235"/>
                      <a:pt x="70" y="238"/>
                      <a:pt x="74" y="238"/>
                    </a:cubicBezTo>
                    <a:cubicBezTo>
                      <a:pt x="184" y="238"/>
                      <a:pt x="184" y="238"/>
                      <a:pt x="184" y="238"/>
                    </a:cubicBezTo>
                    <a:cubicBezTo>
                      <a:pt x="188" y="238"/>
                      <a:pt x="191" y="235"/>
                      <a:pt x="191" y="231"/>
                    </a:cubicBezTo>
                    <a:cubicBezTo>
                      <a:pt x="191" y="227"/>
                      <a:pt x="188" y="224"/>
                      <a:pt x="184" y="224"/>
                    </a:cubicBezTo>
                    <a:cubicBezTo>
                      <a:pt x="185" y="224"/>
                      <a:pt x="185" y="224"/>
                      <a:pt x="185" y="224"/>
                    </a:cubicBezTo>
                    <a:cubicBezTo>
                      <a:pt x="160" y="221"/>
                      <a:pt x="158" y="204"/>
                      <a:pt x="158" y="200"/>
                    </a:cubicBezTo>
                    <a:cubicBezTo>
                      <a:pt x="242" y="200"/>
                      <a:pt x="242" y="200"/>
                      <a:pt x="242" y="200"/>
                    </a:cubicBezTo>
                    <a:cubicBezTo>
                      <a:pt x="250" y="200"/>
                      <a:pt x="258" y="193"/>
                      <a:pt x="258" y="184"/>
                    </a:cubicBezTo>
                  </a:path>
                </a:pathLst>
              </a:custGeom>
              <a:solidFill>
                <a:srgbClr val="283F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29" name="Oval 7">
                <a:extLst>
                  <a:ext uri="{FF2B5EF4-FFF2-40B4-BE49-F238E27FC236}">
                    <a16:creationId xmlns:a16="http://schemas.microsoft.com/office/drawing/2014/main" id="{8AA17338-C281-1B80-EDFF-B9F60254A2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4900" y="3625850"/>
                <a:ext cx="66675" cy="7143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30" name="Freeform 8">
                <a:extLst>
                  <a:ext uri="{FF2B5EF4-FFF2-40B4-BE49-F238E27FC236}">
                    <a16:creationId xmlns:a16="http://schemas.microsoft.com/office/drawing/2014/main" id="{E9ECDC77-CAE2-E9F2-E480-4D7EC326D8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4375" y="3036888"/>
                <a:ext cx="850900" cy="544513"/>
              </a:xfrm>
              <a:custGeom>
                <a:avLst/>
                <a:gdLst>
                  <a:gd name="T0" fmla="*/ 3 w 227"/>
                  <a:gd name="T1" fmla="*/ 145 h 145"/>
                  <a:gd name="T2" fmla="*/ 0 w 227"/>
                  <a:gd name="T3" fmla="*/ 142 h 145"/>
                  <a:gd name="T4" fmla="*/ 0 w 227"/>
                  <a:gd name="T5" fmla="*/ 3 h 145"/>
                  <a:gd name="T6" fmla="*/ 3 w 227"/>
                  <a:gd name="T7" fmla="*/ 0 h 145"/>
                  <a:gd name="T8" fmla="*/ 223 w 227"/>
                  <a:gd name="T9" fmla="*/ 0 h 145"/>
                  <a:gd name="T10" fmla="*/ 227 w 227"/>
                  <a:gd name="T11" fmla="*/ 3 h 145"/>
                  <a:gd name="T12" fmla="*/ 227 w 227"/>
                  <a:gd name="T13" fmla="*/ 142 h 145"/>
                  <a:gd name="T14" fmla="*/ 223 w 227"/>
                  <a:gd name="T15" fmla="*/ 145 h 145"/>
                  <a:gd name="T16" fmla="*/ 3 w 227"/>
                  <a:gd name="T17" fmla="*/ 14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7" h="145">
                    <a:moveTo>
                      <a:pt x="3" y="145"/>
                    </a:moveTo>
                    <a:cubicBezTo>
                      <a:pt x="1" y="145"/>
                      <a:pt x="0" y="143"/>
                      <a:pt x="0" y="14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223" y="0"/>
                      <a:pt x="223" y="0"/>
                      <a:pt x="223" y="0"/>
                    </a:cubicBezTo>
                    <a:cubicBezTo>
                      <a:pt x="225" y="0"/>
                      <a:pt x="227" y="1"/>
                      <a:pt x="227" y="3"/>
                    </a:cubicBezTo>
                    <a:cubicBezTo>
                      <a:pt x="227" y="142"/>
                      <a:pt x="227" y="142"/>
                      <a:pt x="227" y="142"/>
                    </a:cubicBezTo>
                    <a:cubicBezTo>
                      <a:pt x="227" y="143"/>
                      <a:pt x="225" y="145"/>
                      <a:pt x="223" y="145"/>
                    </a:cubicBezTo>
                    <a:lnTo>
                      <a:pt x="3" y="1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22" name="Gruppieren 21">
              <a:extLst>
                <a:ext uri="{FF2B5EF4-FFF2-40B4-BE49-F238E27FC236}">
                  <a16:creationId xmlns:a16="http://schemas.microsoft.com/office/drawing/2014/main" id="{1A0A80AD-89D0-8ECB-29B6-D57D631A95BF}"/>
                </a:ext>
              </a:extLst>
            </p:cNvPr>
            <p:cNvGrpSpPr/>
            <p:nvPr/>
          </p:nvGrpSpPr>
          <p:grpSpPr>
            <a:xfrm>
              <a:off x="4581525" y="3097213"/>
              <a:ext cx="738187" cy="423863"/>
              <a:chOff x="4581525" y="3097213"/>
              <a:chExt cx="738187" cy="423863"/>
            </a:xfrm>
          </p:grpSpPr>
          <p:sp>
            <p:nvSpPr>
              <p:cNvPr id="23" name="Rectangle 9">
                <a:extLst>
                  <a:ext uri="{FF2B5EF4-FFF2-40B4-BE49-F238E27FC236}">
                    <a16:creationId xmlns:a16="http://schemas.microsoft.com/office/drawing/2014/main" id="{EA24A717-8ED9-29A6-D8DE-7A65291113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81525" y="3097213"/>
                <a:ext cx="738187" cy="168275"/>
              </a:xfrm>
              <a:prstGeom prst="rect">
                <a:avLst/>
              </a:prstGeom>
              <a:solidFill>
                <a:srgbClr val="283F6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24" name="Rectangle 10">
                <a:extLst>
                  <a:ext uri="{FF2B5EF4-FFF2-40B4-BE49-F238E27FC236}">
                    <a16:creationId xmlns:a16="http://schemas.microsoft.com/office/drawing/2014/main" id="{AC0F1CD4-CDC9-0DAF-435F-4D226D4569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9050" y="3325813"/>
                <a:ext cx="220662" cy="19526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25" name="Rectangle 11">
                <a:extLst>
                  <a:ext uri="{FF2B5EF4-FFF2-40B4-BE49-F238E27FC236}">
                    <a16:creationId xmlns:a16="http://schemas.microsoft.com/office/drawing/2014/main" id="{2F6B8786-D866-FF3D-7F28-A8F632F1C0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81525" y="3325813"/>
                <a:ext cx="452437" cy="44450"/>
              </a:xfrm>
              <a:prstGeom prst="rect">
                <a:avLst/>
              </a:prstGeom>
              <a:solidFill>
                <a:srgbClr val="283F6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26" name="Rectangle 12">
                <a:extLst>
                  <a:ext uri="{FF2B5EF4-FFF2-40B4-BE49-F238E27FC236}">
                    <a16:creationId xmlns:a16="http://schemas.microsoft.com/office/drawing/2014/main" id="{17A9A8AC-E078-B879-2CD8-EB896E7268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81525" y="3400425"/>
                <a:ext cx="452437" cy="46038"/>
              </a:xfrm>
              <a:prstGeom prst="rect">
                <a:avLst/>
              </a:prstGeom>
              <a:solidFill>
                <a:srgbClr val="283F6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27" name="Rectangle 13">
                <a:extLst>
                  <a:ext uri="{FF2B5EF4-FFF2-40B4-BE49-F238E27FC236}">
                    <a16:creationId xmlns:a16="http://schemas.microsoft.com/office/drawing/2014/main" id="{C7382CDB-3E7F-8582-7CED-68E98A0736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81525" y="3476625"/>
                <a:ext cx="452437" cy="44450"/>
              </a:xfrm>
              <a:prstGeom prst="rect">
                <a:avLst/>
              </a:prstGeom>
              <a:solidFill>
                <a:srgbClr val="283F6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</p:grpSp>
      </p:grpSp>
      <p:grpSp>
        <p:nvGrpSpPr>
          <p:cNvPr id="31" name="Gruppieren 30">
            <a:extLst>
              <a:ext uri="{FF2B5EF4-FFF2-40B4-BE49-F238E27FC236}">
                <a16:creationId xmlns:a16="http://schemas.microsoft.com/office/drawing/2014/main" id="{30A845E2-70E6-550E-954F-96FCCC5C72AD}"/>
              </a:ext>
            </a:extLst>
          </p:cNvPr>
          <p:cNvGrpSpPr/>
          <p:nvPr userDrawn="1"/>
        </p:nvGrpSpPr>
        <p:grpSpPr>
          <a:xfrm>
            <a:off x="8364359" y="3514656"/>
            <a:ext cx="514785" cy="513230"/>
            <a:chOff x="2385532" y="1335474"/>
            <a:chExt cx="617111" cy="615247"/>
          </a:xfrm>
        </p:grpSpPr>
        <p:sp>
          <p:nvSpPr>
            <p:cNvPr id="32" name="Oval 7">
              <a:extLst>
                <a:ext uri="{FF2B5EF4-FFF2-40B4-BE49-F238E27FC236}">
                  <a16:creationId xmlns:a16="http://schemas.microsoft.com/office/drawing/2014/main" id="{85F40384-E292-DA5C-D6D8-E25FB014AC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5532" y="1335474"/>
              <a:ext cx="617111" cy="615247"/>
            </a:xfrm>
            <a:prstGeom prst="ellipse">
              <a:avLst/>
            </a:prstGeom>
            <a:solidFill>
              <a:srgbClr val="283F64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grpSp>
          <p:nvGrpSpPr>
            <p:cNvPr id="33" name="Gruppieren 32">
              <a:extLst>
                <a:ext uri="{FF2B5EF4-FFF2-40B4-BE49-F238E27FC236}">
                  <a16:creationId xmlns:a16="http://schemas.microsoft.com/office/drawing/2014/main" id="{0E682EF8-79B8-E131-9457-7E207C67B0F6}"/>
                </a:ext>
              </a:extLst>
            </p:cNvPr>
            <p:cNvGrpSpPr/>
            <p:nvPr/>
          </p:nvGrpSpPr>
          <p:grpSpPr>
            <a:xfrm>
              <a:off x="2488759" y="1443107"/>
              <a:ext cx="410657" cy="407773"/>
              <a:chOff x="4746637" y="3227241"/>
              <a:chExt cx="410657" cy="407773"/>
            </a:xfrm>
            <a:solidFill>
              <a:schemeClr val="bg1"/>
            </a:solidFill>
          </p:grpSpPr>
          <p:sp>
            <p:nvSpPr>
              <p:cNvPr id="36" name="Ellipse 35">
                <a:extLst>
                  <a:ext uri="{FF2B5EF4-FFF2-40B4-BE49-F238E27FC236}">
                    <a16:creationId xmlns:a16="http://schemas.microsoft.com/office/drawing/2014/main" id="{58B43D01-604E-EDB4-D657-9917214ABD71}"/>
                  </a:ext>
                </a:extLst>
              </p:cNvPr>
              <p:cNvSpPr/>
              <p:nvPr/>
            </p:nvSpPr>
            <p:spPr bwMode="gray">
              <a:xfrm>
                <a:off x="4771879" y="3504103"/>
                <a:ext cx="41564" cy="415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t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  <p:sp>
            <p:nvSpPr>
              <p:cNvPr id="37" name="Ellipse 36">
                <a:extLst>
                  <a:ext uri="{FF2B5EF4-FFF2-40B4-BE49-F238E27FC236}">
                    <a16:creationId xmlns:a16="http://schemas.microsoft.com/office/drawing/2014/main" id="{79D558E8-2F62-1DD7-88DA-A2B005CF8DB5}"/>
                  </a:ext>
                </a:extLst>
              </p:cNvPr>
              <p:cNvSpPr/>
              <p:nvPr/>
            </p:nvSpPr>
            <p:spPr bwMode="gray">
              <a:xfrm>
                <a:off x="4842059" y="3566961"/>
                <a:ext cx="41564" cy="415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t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  <p:sp>
            <p:nvSpPr>
              <p:cNvPr id="38" name="Ellipse 37">
                <a:extLst>
                  <a:ext uri="{FF2B5EF4-FFF2-40B4-BE49-F238E27FC236}">
                    <a16:creationId xmlns:a16="http://schemas.microsoft.com/office/drawing/2014/main" id="{9EEBD68D-43E9-4310-4EAB-9CA45F91E8E5}"/>
                  </a:ext>
                </a:extLst>
              </p:cNvPr>
              <p:cNvSpPr/>
              <p:nvPr/>
            </p:nvSpPr>
            <p:spPr bwMode="gray">
              <a:xfrm>
                <a:off x="4929306" y="3593449"/>
                <a:ext cx="41564" cy="415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t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  <p:sp>
            <p:nvSpPr>
              <p:cNvPr id="39" name="Ellipse 38">
                <a:extLst>
                  <a:ext uri="{FF2B5EF4-FFF2-40B4-BE49-F238E27FC236}">
                    <a16:creationId xmlns:a16="http://schemas.microsoft.com/office/drawing/2014/main" id="{30D8E61F-EF6C-99C3-1516-51F95ED9CAE3}"/>
                  </a:ext>
                </a:extLst>
              </p:cNvPr>
              <p:cNvSpPr/>
              <p:nvPr/>
            </p:nvSpPr>
            <p:spPr bwMode="gray">
              <a:xfrm>
                <a:off x="5020239" y="3566961"/>
                <a:ext cx="41564" cy="415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t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  <p:sp>
            <p:nvSpPr>
              <p:cNvPr id="40" name="Ellipse 39">
                <a:extLst>
                  <a:ext uri="{FF2B5EF4-FFF2-40B4-BE49-F238E27FC236}">
                    <a16:creationId xmlns:a16="http://schemas.microsoft.com/office/drawing/2014/main" id="{03C4999B-7967-91E5-140A-54DF5638FE0F}"/>
                  </a:ext>
                </a:extLst>
              </p:cNvPr>
              <p:cNvSpPr/>
              <p:nvPr/>
            </p:nvSpPr>
            <p:spPr bwMode="gray">
              <a:xfrm>
                <a:off x="5091921" y="3504103"/>
                <a:ext cx="41564" cy="415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t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23694197-5D34-EA2C-4B9B-57278A53DCB2}"/>
                  </a:ext>
                </a:extLst>
              </p:cNvPr>
              <p:cNvSpPr/>
              <p:nvPr/>
            </p:nvSpPr>
            <p:spPr bwMode="gray">
              <a:xfrm>
                <a:off x="5115730" y="3410345"/>
                <a:ext cx="41564" cy="415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t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44A7F89F-85D7-1221-6A44-053500420153}"/>
                  </a:ext>
                </a:extLst>
              </p:cNvPr>
              <p:cNvSpPr/>
              <p:nvPr/>
            </p:nvSpPr>
            <p:spPr bwMode="gray">
              <a:xfrm>
                <a:off x="4746637" y="3410345"/>
                <a:ext cx="41564" cy="415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t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  <p:sp>
            <p:nvSpPr>
              <p:cNvPr id="43" name="Ellipse 42">
                <a:extLst>
                  <a:ext uri="{FF2B5EF4-FFF2-40B4-BE49-F238E27FC236}">
                    <a16:creationId xmlns:a16="http://schemas.microsoft.com/office/drawing/2014/main" id="{ED31AB18-070F-6302-DA13-AC10C793013F}"/>
                  </a:ext>
                </a:extLst>
              </p:cNvPr>
              <p:cNvSpPr/>
              <p:nvPr/>
            </p:nvSpPr>
            <p:spPr bwMode="gray">
              <a:xfrm>
                <a:off x="4929306" y="3227241"/>
                <a:ext cx="41564" cy="415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t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  <p:sp>
            <p:nvSpPr>
              <p:cNvPr id="44" name="Ellipse 43">
                <a:extLst>
                  <a:ext uri="{FF2B5EF4-FFF2-40B4-BE49-F238E27FC236}">
                    <a16:creationId xmlns:a16="http://schemas.microsoft.com/office/drawing/2014/main" id="{5EA13586-B4A2-8D8B-D839-2BEF5908C266}"/>
                  </a:ext>
                </a:extLst>
              </p:cNvPr>
              <p:cNvSpPr/>
              <p:nvPr/>
            </p:nvSpPr>
            <p:spPr bwMode="gray">
              <a:xfrm>
                <a:off x="4842059" y="3254072"/>
                <a:ext cx="41564" cy="415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t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  <p:sp>
            <p:nvSpPr>
              <p:cNvPr id="45" name="Ellipse 44">
                <a:extLst>
                  <a:ext uri="{FF2B5EF4-FFF2-40B4-BE49-F238E27FC236}">
                    <a16:creationId xmlns:a16="http://schemas.microsoft.com/office/drawing/2014/main" id="{A1034744-ACD9-805A-7F08-9DF7FD299E47}"/>
                  </a:ext>
                </a:extLst>
              </p:cNvPr>
              <p:cNvSpPr/>
              <p:nvPr/>
            </p:nvSpPr>
            <p:spPr bwMode="gray">
              <a:xfrm>
                <a:off x="5020239" y="3254072"/>
                <a:ext cx="41564" cy="415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t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  <p:sp>
            <p:nvSpPr>
              <p:cNvPr id="46" name="Ellipse 45">
                <a:extLst>
                  <a:ext uri="{FF2B5EF4-FFF2-40B4-BE49-F238E27FC236}">
                    <a16:creationId xmlns:a16="http://schemas.microsoft.com/office/drawing/2014/main" id="{DF037BBB-CEA1-3792-F7CB-652FB94BEFBE}"/>
                  </a:ext>
                </a:extLst>
              </p:cNvPr>
              <p:cNvSpPr/>
              <p:nvPr/>
            </p:nvSpPr>
            <p:spPr bwMode="gray">
              <a:xfrm>
                <a:off x="4771879" y="3318366"/>
                <a:ext cx="41564" cy="415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t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  <p:sp>
            <p:nvSpPr>
              <p:cNvPr id="47" name="Ellipse 46">
                <a:extLst>
                  <a:ext uri="{FF2B5EF4-FFF2-40B4-BE49-F238E27FC236}">
                    <a16:creationId xmlns:a16="http://schemas.microsoft.com/office/drawing/2014/main" id="{827F227E-B76D-02E3-6416-E7229C5EAF4B}"/>
                  </a:ext>
                </a:extLst>
              </p:cNvPr>
              <p:cNvSpPr/>
              <p:nvPr/>
            </p:nvSpPr>
            <p:spPr bwMode="gray">
              <a:xfrm>
                <a:off x="5091921" y="3318366"/>
                <a:ext cx="41564" cy="415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t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</p:grpSp>
        <p:sp>
          <p:nvSpPr>
            <p:cNvPr id="34" name="Freeform 41">
              <a:extLst>
                <a:ext uri="{FF2B5EF4-FFF2-40B4-BE49-F238E27FC236}">
                  <a16:creationId xmlns:a16="http://schemas.microsoft.com/office/drawing/2014/main" id="{B59B0E1D-158E-37F2-BADB-8E43895D0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6938" y="1531180"/>
              <a:ext cx="247650" cy="176213"/>
            </a:xfrm>
            <a:custGeom>
              <a:avLst/>
              <a:gdLst>
                <a:gd name="T0" fmla="*/ 64 w 66"/>
                <a:gd name="T1" fmla="*/ 3 h 47"/>
                <a:gd name="T2" fmla="*/ 56 w 66"/>
                <a:gd name="T3" fmla="*/ 1 h 47"/>
                <a:gd name="T4" fmla="*/ 22 w 66"/>
                <a:gd name="T5" fmla="*/ 18 h 47"/>
                <a:gd name="T6" fmla="*/ 16 w 66"/>
                <a:gd name="T7" fmla="*/ 16 h 47"/>
                <a:gd name="T8" fmla="*/ 0 w 66"/>
                <a:gd name="T9" fmla="*/ 32 h 47"/>
                <a:gd name="T10" fmla="*/ 16 w 66"/>
                <a:gd name="T11" fmla="*/ 47 h 47"/>
                <a:gd name="T12" fmla="*/ 31 w 66"/>
                <a:gd name="T13" fmla="*/ 33 h 47"/>
                <a:gd name="T14" fmla="*/ 62 w 66"/>
                <a:gd name="T15" fmla="*/ 11 h 47"/>
                <a:gd name="T16" fmla="*/ 64 w 66"/>
                <a:gd name="T17" fmla="*/ 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" h="47">
                  <a:moveTo>
                    <a:pt x="64" y="3"/>
                  </a:moveTo>
                  <a:cubicBezTo>
                    <a:pt x="62" y="1"/>
                    <a:pt x="59" y="0"/>
                    <a:pt x="56" y="1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7"/>
                    <a:pt x="18" y="16"/>
                    <a:pt x="16" y="16"/>
                  </a:cubicBezTo>
                  <a:cubicBezTo>
                    <a:pt x="7" y="16"/>
                    <a:pt x="0" y="23"/>
                    <a:pt x="0" y="32"/>
                  </a:cubicBezTo>
                  <a:cubicBezTo>
                    <a:pt x="0" y="40"/>
                    <a:pt x="7" y="47"/>
                    <a:pt x="16" y="47"/>
                  </a:cubicBezTo>
                  <a:cubicBezTo>
                    <a:pt x="24" y="47"/>
                    <a:pt x="30" y="41"/>
                    <a:pt x="31" y="33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5" y="9"/>
                    <a:pt x="66" y="6"/>
                    <a:pt x="64" y="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35" name="Freeform 42">
              <a:extLst>
                <a:ext uri="{FF2B5EF4-FFF2-40B4-BE49-F238E27FC236}">
                  <a16:creationId xmlns:a16="http://schemas.microsoft.com/office/drawing/2014/main" id="{63C0D26F-7328-BF01-75BB-156D7748AD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538" y="1440692"/>
              <a:ext cx="358775" cy="231775"/>
            </a:xfrm>
            <a:custGeom>
              <a:avLst/>
              <a:gdLst>
                <a:gd name="T0" fmla="*/ 96 w 96"/>
                <a:gd name="T1" fmla="*/ 14 h 62"/>
                <a:gd name="T2" fmla="*/ 58 w 96"/>
                <a:gd name="T3" fmla="*/ 0 h 62"/>
                <a:gd name="T4" fmla="*/ 0 w 96"/>
                <a:gd name="T5" fmla="*/ 55 h 62"/>
                <a:gd name="T6" fmla="*/ 7 w 96"/>
                <a:gd name="T7" fmla="*/ 62 h 62"/>
                <a:gd name="T8" fmla="*/ 14 w 96"/>
                <a:gd name="T9" fmla="*/ 55 h 62"/>
                <a:gd name="T10" fmla="*/ 58 w 96"/>
                <a:gd name="T11" fmla="*/ 14 h 62"/>
                <a:gd name="T12" fmla="*/ 81 w 96"/>
                <a:gd name="T13" fmla="*/ 20 h 62"/>
                <a:gd name="T14" fmla="*/ 96 w 96"/>
                <a:gd name="T15" fmla="*/ 1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6" h="62">
                  <a:moveTo>
                    <a:pt x="96" y="14"/>
                  </a:moveTo>
                  <a:cubicBezTo>
                    <a:pt x="86" y="5"/>
                    <a:pt x="72" y="0"/>
                    <a:pt x="58" y="0"/>
                  </a:cubicBezTo>
                  <a:cubicBezTo>
                    <a:pt x="26" y="0"/>
                    <a:pt x="0" y="25"/>
                    <a:pt x="0" y="55"/>
                  </a:cubicBezTo>
                  <a:cubicBezTo>
                    <a:pt x="0" y="59"/>
                    <a:pt x="3" y="62"/>
                    <a:pt x="7" y="62"/>
                  </a:cubicBezTo>
                  <a:cubicBezTo>
                    <a:pt x="11" y="62"/>
                    <a:pt x="14" y="59"/>
                    <a:pt x="14" y="55"/>
                  </a:cubicBezTo>
                  <a:cubicBezTo>
                    <a:pt x="14" y="32"/>
                    <a:pt x="34" y="14"/>
                    <a:pt x="58" y="14"/>
                  </a:cubicBezTo>
                  <a:cubicBezTo>
                    <a:pt x="66" y="14"/>
                    <a:pt x="74" y="16"/>
                    <a:pt x="81" y="20"/>
                  </a:cubicBezTo>
                  <a:lnTo>
                    <a:pt x="96" y="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CEC861F1-D780-0502-F42B-62712C8C1E67}"/>
              </a:ext>
            </a:extLst>
          </p:cNvPr>
          <p:cNvGrpSpPr/>
          <p:nvPr userDrawn="1"/>
        </p:nvGrpSpPr>
        <p:grpSpPr>
          <a:xfrm>
            <a:off x="642596" y="5922248"/>
            <a:ext cx="649994" cy="505337"/>
            <a:chOff x="9993560" y="3509123"/>
            <a:chExt cx="730250" cy="567732"/>
          </a:xfrm>
          <a:solidFill>
            <a:schemeClr val="bg1"/>
          </a:solidFill>
        </p:grpSpPr>
        <p:grpSp>
          <p:nvGrpSpPr>
            <p:cNvPr id="49" name="Gruppieren 48">
              <a:extLst>
                <a:ext uri="{FF2B5EF4-FFF2-40B4-BE49-F238E27FC236}">
                  <a16:creationId xmlns:a16="http://schemas.microsoft.com/office/drawing/2014/main" id="{4932B178-F3A4-2370-FDBC-8B7ED3D12C78}"/>
                </a:ext>
              </a:extLst>
            </p:cNvPr>
            <p:cNvGrpSpPr/>
            <p:nvPr/>
          </p:nvGrpSpPr>
          <p:grpSpPr>
            <a:xfrm>
              <a:off x="9993560" y="3814917"/>
              <a:ext cx="730250" cy="261938"/>
              <a:chOff x="4121151" y="6089650"/>
              <a:chExt cx="730250" cy="261938"/>
            </a:xfrm>
            <a:grpFill/>
          </p:grpSpPr>
          <p:sp>
            <p:nvSpPr>
              <p:cNvPr id="54" name="Freeform 146">
                <a:extLst>
                  <a:ext uri="{FF2B5EF4-FFF2-40B4-BE49-F238E27FC236}">
                    <a16:creationId xmlns:a16="http://schemas.microsoft.com/office/drawing/2014/main" id="{BC72F632-7573-D0E9-F6D1-0B4319D0099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21151" y="6107113"/>
                <a:ext cx="730250" cy="244475"/>
              </a:xfrm>
              <a:custGeom>
                <a:avLst/>
                <a:gdLst>
                  <a:gd name="T0" fmla="*/ 1916 w 1992"/>
                  <a:gd name="T1" fmla="*/ 72 h 668"/>
                  <a:gd name="T2" fmla="*/ 1779 w 1992"/>
                  <a:gd name="T3" fmla="*/ 125 h 668"/>
                  <a:gd name="T4" fmla="*/ 1526 w 1992"/>
                  <a:gd name="T5" fmla="*/ 278 h 668"/>
                  <a:gd name="T6" fmla="*/ 1509 w 1992"/>
                  <a:gd name="T7" fmla="*/ 289 h 668"/>
                  <a:gd name="T8" fmla="*/ 1408 w 1992"/>
                  <a:gd name="T9" fmla="*/ 332 h 668"/>
                  <a:gd name="T10" fmla="*/ 909 w 1992"/>
                  <a:gd name="T11" fmla="*/ 382 h 668"/>
                  <a:gd name="T12" fmla="*/ 892 w 1992"/>
                  <a:gd name="T13" fmla="*/ 383 h 668"/>
                  <a:gd name="T14" fmla="*/ 865 w 1992"/>
                  <a:gd name="T15" fmla="*/ 361 h 668"/>
                  <a:gd name="T16" fmla="*/ 888 w 1992"/>
                  <a:gd name="T17" fmla="*/ 332 h 668"/>
                  <a:gd name="T18" fmla="*/ 1328 w 1992"/>
                  <a:gd name="T19" fmla="*/ 288 h 668"/>
                  <a:gd name="T20" fmla="*/ 1410 w 1992"/>
                  <a:gd name="T21" fmla="*/ 183 h 668"/>
                  <a:gd name="T22" fmla="*/ 1309 w 1992"/>
                  <a:gd name="T23" fmla="*/ 97 h 668"/>
                  <a:gd name="T24" fmla="*/ 918 w 1992"/>
                  <a:gd name="T25" fmla="*/ 92 h 668"/>
                  <a:gd name="T26" fmla="*/ 823 w 1992"/>
                  <a:gd name="T27" fmla="*/ 77 h 668"/>
                  <a:gd name="T28" fmla="*/ 352 w 1992"/>
                  <a:gd name="T29" fmla="*/ 105 h 668"/>
                  <a:gd name="T30" fmla="*/ 268 w 1992"/>
                  <a:gd name="T31" fmla="*/ 60 h 668"/>
                  <a:gd name="T32" fmla="*/ 99 w 1992"/>
                  <a:gd name="T33" fmla="*/ 72 h 668"/>
                  <a:gd name="T34" fmla="*/ 4 w 1992"/>
                  <a:gd name="T35" fmla="*/ 180 h 668"/>
                  <a:gd name="T36" fmla="*/ 31 w 1992"/>
                  <a:gd name="T37" fmla="*/ 569 h 668"/>
                  <a:gd name="T38" fmla="*/ 140 w 1992"/>
                  <a:gd name="T39" fmla="*/ 664 h 668"/>
                  <a:gd name="T40" fmla="*/ 309 w 1992"/>
                  <a:gd name="T41" fmla="*/ 652 h 668"/>
                  <a:gd name="T42" fmla="*/ 386 w 1992"/>
                  <a:gd name="T43" fmla="*/ 596 h 668"/>
                  <a:gd name="T44" fmla="*/ 1128 w 1992"/>
                  <a:gd name="T45" fmla="*/ 629 h 668"/>
                  <a:gd name="T46" fmla="*/ 1361 w 1992"/>
                  <a:gd name="T47" fmla="*/ 588 h 668"/>
                  <a:gd name="T48" fmla="*/ 1382 w 1992"/>
                  <a:gd name="T49" fmla="*/ 577 h 668"/>
                  <a:gd name="T50" fmla="*/ 1942 w 1992"/>
                  <a:gd name="T51" fmla="*/ 237 h 668"/>
                  <a:gd name="T52" fmla="*/ 1990 w 1992"/>
                  <a:gd name="T53" fmla="*/ 159 h 668"/>
                  <a:gd name="T54" fmla="*/ 1916 w 1992"/>
                  <a:gd name="T55" fmla="*/ 72 h 668"/>
                  <a:gd name="T56" fmla="*/ 202 w 1992"/>
                  <a:gd name="T57" fmla="*/ 572 h 668"/>
                  <a:gd name="T58" fmla="*/ 144 w 1992"/>
                  <a:gd name="T59" fmla="*/ 514 h 668"/>
                  <a:gd name="T60" fmla="*/ 202 w 1992"/>
                  <a:gd name="T61" fmla="*/ 457 h 668"/>
                  <a:gd name="T62" fmla="*/ 259 w 1992"/>
                  <a:gd name="T63" fmla="*/ 514 h 668"/>
                  <a:gd name="T64" fmla="*/ 202 w 1992"/>
                  <a:gd name="T65" fmla="*/ 572 h 6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992" h="668">
                    <a:moveTo>
                      <a:pt x="1916" y="72"/>
                    </a:moveTo>
                    <a:cubicBezTo>
                      <a:pt x="1879" y="69"/>
                      <a:pt x="1800" y="114"/>
                      <a:pt x="1779" y="125"/>
                    </a:cubicBezTo>
                    <a:cubicBezTo>
                      <a:pt x="1702" y="165"/>
                      <a:pt x="1596" y="228"/>
                      <a:pt x="1526" y="278"/>
                    </a:cubicBezTo>
                    <a:cubicBezTo>
                      <a:pt x="1521" y="281"/>
                      <a:pt x="1514" y="285"/>
                      <a:pt x="1509" y="289"/>
                    </a:cubicBezTo>
                    <a:cubicBezTo>
                      <a:pt x="1478" y="310"/>
                      <a:pt x="1445" y="324"/>
                      <a:pt x="1408" y="332"/>
                    </a:cubicBezTo>
                    <a:cubicBezTo>
                      <a:pt x="1205" y="377"/>
                      <a:pt x="909" y="382"/>
                      <a:pt x="909" y="382"/>
                    </a:cubicBezTo>
                    <a:cubicBezTo>
                      <a:pt x="892" y="383"/>
                      <a:pt x="892" y="383"/>
                      <a:pt x="892" y="383"/>
                    </a:cubicBezTo>
                    <a:cubicBezTo>
                      <a:pt x="879" y="383"/>
                      <a:pt x="867" y="374"/>
                      <a:pt x="865" y="361"/>
                    </a:cubicBezTo>
                    <a:cubicBezTo>
                      <a:pt x="863" y="346"/>
                      <a:pt x="873" y="333"/>
                      <a:pt x="888" y="332"/>
                    </a:cubicBezTo>
                    <a:cubicBezTo>
                      <a:pt x="1328" y="288"/>
                      <a:pt x="1328" y="288"/>
                      <a:pt x="1328" y="288"/>
                    </a:cubicBezTo>
                    <a:cubicBezTo>
                      <a:pt x="1376" y="283"/>
                      <a:pt x="1415" y="236"/>
                      <a:pt x="1410" y="183"/>
                    </a:cubicBezTo>
                    <a:cubicBezTo>
                      <a:pt x="1405" y="130"/>
                      <a:pt x="1357" y="91"/>
                      <a:pt x="1309" y="97"/>
                    </a:cubicBezTo>
                    <a:cubicBezTo>
                      <a:pt x="918" y="92"/>
                      <a:pt x="918" y="92"/>
                      <a:pt x="918" y="92"/>
                    </a:cubicBezTo>
                    <a:cubicBezTo>
                      <a:pt x="891" y="91"/>
                      <a:pt x="848" y="84"/>
                      <a:pt x="823" y="77"/>
                    </a:cubicBezTo>
                    <a:cubicBezTo>
                      <a:pt x="570" y="0"/>
                      <a:pt x="428" y="72"/>
                      <a:pt x="352" y="105"/>
                    </a:cubicBezTo>
                    <a:cubicBezTo>
                      <a:pt x="336" y="76"/>
                      <a:pt x="304" y="58"/>
                      <a:pt x="268" y="60"/>
                    </a:cubicBezTo>
                    <a:cubicBezTo>
                      <a:pt x="99" y="72"/>
                      <a:pt x="99" y="72"/>
                      <a:pt x="99" y="72"/>
                    </a:cubicBezTo>
                    <a:cubicBezTo>
                      <a:pt x="43" y="76"/>
                      <a:pt x="0" y="124"/>
                      <a:pt x="4" y="180"/>
                    </a:cubicBezTo>
                    <a:cubicBezTo>
                      <a:pt x="31" y="569"/>
                      <a:pt x="31" y="569"/>
                      <a:pt x="31" y="569"/>
                    </a:cubicBezTo>
                    <a:cubicBezTo>
                      <a:pt x="35" y="625"/>
                      <a:pt x="84" y="668"/>
                      <a:pt x="140" y="664"/>
                    </a:cubicBezTo>
                    <a:cubicBezTo>
                      <a:pt x="309" y="652"/>
                      <a:pt x="309" y="652"/>
                      <a:pt x="309" y="652"/>
                    </a:cubicBezTo>
                    <a:cubicBezTo>
                      <a:pt x="344" y="650"/>
                      <a:pt x="374" y="627"/>
                      <a:pt x="386" y="596"/>
                    </a:cubicBezTo>
                    <a:cubicBezTo>
                      <a:pt x="1128" y="629"/>
                      <a:pt x="1128" y="629"/>
                      <a:pt x="1128" y="629"/>
                    </a:cubicBezTo>
                    <a:cubicBezTo>
                      <a:pt x="1210" y="638"/>
                      <a:pt x="1288" y="628"/>
                      <a:pt x="1361" y="588"/>
                    </a:cubicBezTo>
                    <a:cubicBezTo>
                      <a:pt x="1382" y="577"/>
                      <a:pt x="1382" y="577"/>
                      <a:pt x="1382" y="577"/>
                    </a:cubicBezTo>
                    <a:cubicBezTo>
                      <a:pt x="1942" y="237"/>
                      <a:pt x="1942" y="237"/>
                      <a:pt x="1942" y="237"/>
                    </a:cubicBezTo>
                    <a:cubicBezTo>
                      <a:pt x="1970" y="220"/>
                      <a:pt x="1989" y="191"/>
                      <a:pt x="1990" y="159"/>
                    </a:cubicBezTo>
                    <a:cubicBezTo>
                      <a:pt x="1992" y="120"/>
                      <a:pt x="1970" y="76"/>
                      <a:pt x="1916" y="72"/>
                    </a:cubicBezTo>
                    <a:moveTo>
                      <a:pt x="202" y="572"/>
                    </a:moveTo>
                    <a:cubicBezTo>
                      <a:pt x="170" y="572"/>
                      <a:pt x="144" y="546"/>
                      <a:pt x="144" y="514"/>
                    </a:cubicBezTo>
                    <a:cubicBezTo>
                      <a:pt x="144" y="483"/>
                      <a:pt x="170" y="457"/>
                      <a:pt x="202" y="457"/>
                    </a:cubicBezTo>
                    <a:cubicBezTo>
                      <a:pt x="234" y="457"/>
                      <a:pt x="259" y="483"/>
                      <a:pt x="259" y="514"/>
                    </a:cubicBezTo>
                    <a:cubicBezTo>
                      <a:pt x="259" y="546"/>
                      <a:pt x="234" y="572"/>
                      <a:pt x="202" y="57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55" name="Freeform 147">
                <a:extLst>
                  <a:ext uri="{FF2B5EF4-FFF2-40B4-BE49-F238E27FC236}">
                    <a16:creationId xmlns:a16="http://schemas.microsoft.com/office/drawing/2014/main" id="{9606EE2E-DCC8-8386-0230-3A276F4F18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7251" y="6107113"/>
                <a:ext cx="120650" cy="74613"/>
              </a:xfrm>
              <a:custGeom>
                <a:avLst/>
                <a:gdLst>
                  <a:gd name="T0" fmla="*/ 0 w 330"/>
                  <a:gd name="T1" fmla="*/ 132 h 204"/>
                  <a:gd name="T2" fmla="*/ 8 w 330"/>
                  <a:gd name="T3" fmla="*/ 172 h 204"/>
                  <a:gd name="T4" fmla="*/ 9 w 330"/>
                  <a:gd name="T5" fmla="*/ 204 h 204"/>
                  <a:gd name="T6" fmla="*/ 26 w 330"/>
                  <a:gd name="T7" fmla="*/ 192 h 204"/>
                  <a:gd name="T8" fmla="*/ 267 w 330"/>
                  <a:gd name="T9" fmla="*/ 50 h 204"/>
                  <a:gd name="T10" fmla="*/ 330 w 330"/>
                  <a:gd name="T11" fmla="*/ 21 h 204"/>
                  <a:gd name="T12" fmla="*/ 239 w 330"/>
                  <a:gd name="T13" fmla="*/ 13 h 204"/>
                  <a:gd name="T14" fmla="*/ 1 w 330"/>
                  <a:gd name="T15" fmla="*/ 130 h 204"/>
                  <a:gd name="T16" fmla="*/ 0 w 330"/>
                  <a:gd name="T17" fmla="*/ 132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30" h="204">
                    <a:moveTo>
                      <a:pt x="0" y="132"/>
                    </a:moveTo>
                    <a:cubicBezTo>
                      <a:pt x="4" y="145"/>
                      <a:pt x="7" y="158"/>
                      <a:pt x="8" y="172"/>
                    </a:cubicBezTo>
                    <a:cubicBezTo>
                      <a:pt x="9" y="183"/>
                      <a:pt x="9" y="194"/>
                      <a:pt x="9" y="204"/>
                    </a:cubicBezTo>
                    <a:cubicBezTo>
                      <a:pt x="14" y="200"/>
                      <a:pt x="20" y="196"/>
                      <a:pt x="26" y="192"/>
                    </a:cubicBezTo>
                    <a:cubicBezTo>
                      <a:pt x="83" y="150"/>
                      <a:pt x="200" y="84"/>
                      <a:pt x="267" y="50"/>
                    </a:cubicBezTo>
                    <a:cubicBezTo>
                      <a:pt x="287" y="39"/>
                      <a:pt x="308" y="29"/>
                      <a:pt x="330" y="21"/>
                    </a:cubicBezTo>
                    <a:cubicBezTo>
                      <a:pt x="301" y="1"/>
                      <a:pt x="271" y="0"/>
                      <a:pt x="239" y="13"/>
                    </a:cubicBezTo>
                    <a:cubicBezTo>
                      <a:pt x="176" y="38"/>
                      <a:pt x="60" y="96"/>
                      <a:pt x="1" y="130"/>
                    </a:cubicBezTo>
                    <a:cubicBezTo>
                      <a:pt x="0" y="131"/>
                      <a:pt x="0" y="132"/>
                      <a:pt x="0" y="13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56" name="Freeform 148">
                <a:extLst>
                  <a:ext uri="{FF2B5EF4-FFF2-40B4-BE49-F238E27FC236}">
                    <a16:creationId xmlns:a16="http://schemas.microsoft.com/office/drawing/2014/main" id="{02C19A57-9124-1865-687D-ECAEF209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8676" y="6089650"/>
                <a:ext cx="93663" cy="44450"/>
              </a:xfrm>
              <a:custGeom>
                <a:avLst/>
                <a:gdLst>
                  <a:gd name="T0" fmla="*/ 44 w 255"/>
                  <a:gd name="T1" fmla="*/ 119 h 119"/>
                  <a:gd name="T2" fmla="*/ 51 w 255"/>
                  <a:gd name="T3" fmla="*/ 114 h 119"/>
                  <a:gd name="T4" fmla="*/ 80 w 255"/>
                  <a:gd name="T5" fmla="*/ 98 h 119"/>
                  <a:gd name="T6" fmla="*/ 255 w 255"/>
                  <a:gd name="T7" fmla="*/ 21 h 119"/>
                  <a:gd name="T8" fmla="*/ 164 w 255"/>
                  <a:gd name="T9" fmla="*/ 13 h 119"/>
                  <a:gd name="T10" fmla="*/ 0 w 255"/>
                  <a:gd name="T11" fmla="*/ 80 h 119"/>
                  <a:gd name="T12" fmla="*/ 44 w 255"/>
                  <a:gd name="T13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5" h="119">
                    <a:moveTo>
                      <a:pt x="44" y="119"/>
                    </a:moveTo>
                    <a:cubicBezTo>
                      <a:pt x="46" y="117"/>
                      <a:pt x="49" y="115"/>
                      <a:pt x="51" y="114"/>
                    </a:cubicBezTo>
                    <a:cubicBezTo>
                      <a:pt x="80" y="98"/>
                      <a:pt x="80" y="98"/>
                      <a:pt x="80" y="98"/>
                    </a:cubicBezTo>
                    <a:cubicBezTo>
                      <a:pt x="121" y="74"/>
                      <a:pt x="209" y="42"/>
                      <a:pt x="255" y="21"/>
                    </a:cubicBezTo>
                    <a:cubicBezTo>
                      <a:pt x="226" y="1"/>
                      <a:pt x="196" y="0"/>
                      <a:pt x="164" y="13"/>
                    </a:cubicBezTo>
                    <a:cubicBezTo>
                      <a:pt x="125" y="29"/>
                      <a:pt x="38" y="59"/>
                      <a:pt x="0" y="80"/>
                    </a:cubicBezTo>
                    <a:cubicBezTo>
                      <a:pt x="16" y="90"/>
                      <a:pt x="31" y="104"/>
                      <a:pt x="44" y="11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50" name="Gruppieren 49">
              <a:extLst>
                <a:ext uri="{FF2B5EF4-FFF2-40B4-BE49-F238E27FC236}">
                  <a16:creationId xmlns:a16="http://schemas.microsoft.com/office/drawing/2014/main" id="{8E36721B-2107-F076-0408-3270DBDA7EF2}"/>
                </a:ext>
              </a:extLst>
            </p:cNvPr>
            <p:cNvGrpSpPr/>
            <p:nvPr/>
          </p:nvGrpSpPr>
          <p:grpSpPr>
            <a:xfrm>
              <a:off x="10141157" y="3509123"/>
              <a:ext cx="352034" cy="306893"/>
              <a:chOff x="2988351" y="4816520"/>
              <a:chExt cx="426115" cy="371475"/>
            </a:xfrm>
            <a:grpFill/>
          </p:grpSpPr>
          <p:sp>
            <p:nvSpPr>
              <p:cNvPr id="51" name="Freeform 230">
                <a:extLst>
                  <a:ext uri="{FF2B5EF4-FFF2-40B4-BE49-F238E27FC236}">
                    <a16:creationId xmlns:a16="http://schemas.microsoft.com/office/drawing/2014/main" id="{90C55F82-4C32-B350-BAE3-DEFAD72B5C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6991" y="4995908"/>
                <a:ext cx="117475" cy="192087"/>
              </a:xfrm>
              <a:custGeom>
                <a:avLst/>
                <a:gdLst>
                  <a:gd name="T0" fmla="*/ 0 w 321"/>
                  <a:gd name="T1" fmla="*/ 78 h 523"/>
                  <a:gd name="T2" fmla="*/ 0 w 321"/>
                  <a:gd name="T3" fmla="*/ 444 h 523"/>
                  <a:gd name="T4" fmla="*/ 68 w 321"/>
                  <a:gd name="T5" fmla="*/ 523 h 523"/>
                  <a:gd name="T6" fmla="*/ 253 w 321"/>
                  <a:gd name="T7" fmla="*/ 523 h 523"/>
                  <a:gd name="T8" fmla="*/ 321 w 321"/>
                  <a:gd name="T9" fmla="*/ 444 h 523"/>
                  <a:gd name="T10" fmla="*/ 321 w 321"/>
                  <a:gd name="T11" fmla="*/ 78 h 523"/>
                  <a:gd name="T12" fmla="*/ 253 w 321"/>
                  <a:gd name="T13" fmla="*/ 0 h 523"/>
                  <a:gd name="T14" fmla="*/ 68 w 321"/>
                  <a:gd name="T15" fmla="*/ 0 h 523"/>
                  <a:gd name="T16" fmla="*/ 0 w 321"/>
                  <a:gd name="T17" fmla="*/ 78 h 5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1" h="523">
                    <a:moveTo>
                      <a:pt x="0" y="78"/>
                    </a:moveTo>
                    <a:cubicBezTo>
                      <a:pt x="0" y="444"/>
                      <a:pt x="0" y="444"/>
                      <a:pt x="0" y="444"/>
                    </a:cubicBezTo>
                    <a:cubicBezTo>
                      <a:pt x="0" y="487"/>
                      <a:pt x="30" y="523"/>
                      <a:pt x="68" y="523"/>
                    </a:cubicBezTo>
                    <a:cubicBezTo>
                      <a:pt x="253" y="523"/>
                      <a:pt x="253" y="523"/>
                      <a:pt x="253" y="523"/>
                    </a:cubicBezTo>
                    <a:cubicBezTo>
                      <a:pt x="290" y="523"/>
                      <a:pt x="321" y="487"/>
                      <a:pt x="321" y="444"/>
                    </a:cubicBezTo>
                    <a:cubicBezTo>
                      <a:pt x="321" y="78"/>
                      <a:pt x="321" y="78"/>
                      <a:pt x="321" y="78"/>
                    </a:cubicBezTo>
                    <a:cubicBezTo>
                      <a:pt x="321" y="35"/>
                      <a:pt x="290" y="0"/>
                      <a:pt x="253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30" y="0"/>
                      <a:pt x="0" y="35"/>
                      <a:pt x="0" y="7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52" name="Freeform 231">
                <a:extLst>
                  <a:ext uri="{FF2B5EF4-FFF2-40B4-BE49-F238E27FC236}">
                    <a16:creationId xmlns:a16="http://schemas.microsoft.com/office/drawing/2014/main" id="{17CEFE42-E38B-B126-70FA-ABD1D5D88B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8351" y="4930820"/>
                <a:ext cx="117475" cy="257175"/>
              </a:xfrm>
              <a:custGeom>
                <a:avLst/>
                <a:gdLst>
                  <a:gd name="T0" fmla="*/ 0 w 321"/>
                  <a:gd name="T1" fmla="*/ 75 h 698"/>
                  <a:gd name="T2" fmla="*/ 0 w 321"/>
                  <a:gd name="T3" fmla="*/ 623 h 698"/>
                  <a:gd name="T4" fmla="*/ 69 w 321"/>
                  <a:gd name="T5" fmla="*/ 698 h 698"/>
                  <a:gd name="T6" fmla="*/ 253 w 321"/>
                  <a:gd name="T7" fmla="*/ 698 h 698"/>
                  <a:gd name="T8" fmla="*/ 321 w 321"/>
                  <a:gd name="T9" fmla="*/ 623 h 698"/>
                  <a:gd name="T10" fmla="*/ 321 w 321"/>
                  <a:gd name="T11" fmla="*/ 75 h 698"/>
                  <a:gd name="T12" fmla="*/ 253 w 321"/>
                  <a:gd name="T13" fmla="*/ 0 h 698"/>
                  <a:gd name="T14" fmla="*/ 69 w 321"/>
                  <a:gd name="T15" fmla="*/ 0 h 698"/>
                  <a:gd name="T16" fmla="*/ 0 w 321"/>
                  <a:gd name="T17" fmla="*/ 75 h 6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1" h="698">
                    <a:moveTo>
                      <a:pt x="0" y="75"/>
                    </a:moveTo>
                    <a:cubicBezTo>
                      <a:pt x="0" y="623"/>
                      <a:pt x="0" y="623"/>
                      <a:pt x="0" y="623"/>
                    </a:cubicBezTo>
                    <a:cubicBezTo>
                      <a:pt x="0" y="664"/>
                      <a:pt x="31" y="698"/>
                      <a:pt x="69" y="698"/>
                    </a:cubicBezTo>
                    <a:cubicBezTo>
                      <a:pt x="253" y="698"/>
                      <a:pt x="253" y="698"/>
                      <a:pt x="253" y="698"/>
                    </a:cubicBezTo>
                    <a:cubicBezTo>
                      <a:pt x="291" y="698"/>
                      <a:pt x="321" y="664"/>
                      <a:pt x="321" y="623"/>
                    </a:cubicBezTo>
                    <a:cubicBezTo>
                      <a:pt x="321" y="75"/>
                      <a:pt x="321" y="75"/>
                      <a:pt x="321" y="75"/>
                    </a:cubicBezTo>
                    <a:cubicBezTo>
                      <a:pt x="321" y="34"/>
                      <a:pt x="291" y="0"/>
                      <a:pt x="253" y="0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31" y="0"/>
                      <a:pt x="0" y="34"/>
                      <a:pt x="0" y="75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53" name="Freeform 232">
                <a:extLst>
                  <a:ext uri="{FF2B5EF4-FFF2-40B4-BE49-F238E27FC236}">
                    <a16:creationId xmlns:a16="http://schemas.microsoft.com/office/drawing/2014/main" id="{CCDBCAD6-8CB5-729C-F87B-95B2B44BD4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2671" y="4816520"/>
                <a:ext cx="117475" cy="371475"/>
              </a:xfrm>
              <a:custGeom>
                <a:avLst/>
                <a:gdLst>
                  <a:gd name="T0" fmla="*/ 0 w 321"/>
                  <a:gd name="T1" fmla="*/ 72 h 1012"/>
                  <a:gd name="T2" fmla="*/ 0 w 321"/>
                  <a:gd name="T3" fmla="*/ 939 h 1012"/>
                  <a:gd name="T4" fmla="*/ 68 w 321"/>
                  <a:gd name="T5" fmla="*/ 1012 h 1012"/>
                  <a:gd name="T6" fmla="*/ 253 w 321"/>
                  <a:gd name="T7" fmla="*/ 1012 h 1012"/>
                  <a:gd name="T8" fmla="*/ 321 w 321"/>
                  <a:gd name="T9" fmla="*/ 939 h 1012"/>
                  <a:gd name="T10" fmla="*/ 321 w 321"/>
                  <a:gd name="T11" fmla="*/ 72 h 1012"/>
                  <a:gd name="T12" fmla="*/ 253 w 321"/>
                  <a:gd name="T13" fmla="*/ 0 h 1012"/>
                  <a:gd name="T14" fmla="*/ 68 w 321"/>
                  <a:gd name="T15" fmla="*/ 0 h 1012"/>
                  <a:gd name="T16" fmla="*/ 0 w 321"/>
                  <a:gd name="T17" fmla="*/ 72 h 10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1" h="1012">
                    <a:moveTo>
                      <a:pt x="0" y="72"/>
                    </a:moveTo>
                    <a:cubicBezTo>
                      <a:pt x="0" y="939"/>
                      <a:pt x="0" y="939"/>
                      <a:pt x="0" y="939"/>
                    </a:cubicBezTo>
                    <a:cubicBezTo>
                      <a:pt x="0" y="979"/>
                      <a:pt x="30" y="1012"/>
                      <a:pt x="68" y="1012"/>
                    </a:cubicBezTo>
                    <a:cubicBezTo>
                      <a:pt x="253" y="1012"/>
                      <a:pt x="253" y="1012"/>
                      <a:pt x="253" y="1012"/>
                    </a:cubicBezTo>
                    <a:cubicBezTo>
                      <a:pt x="290" y="1012"/>
                      <a:pt x="321" y="979"/>
                      <a:pt x="321" y="939"/>
                    </a:cubicBezTo>
                    <a:cubicBezTo>
                      <a:pt x="321" y="72"/>
                      <a:pt x="321" y="72"/>
                      <a:pt x="321" y="72"/>
                    </a:cubicBezTo>
                    <a:cubicBezTo>
                      <a:pt x="321" y="32"/>
                      <a:pt x="290" y="0"/>
                      <a:pt x="253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30" y="0"/>
                      <a:pt x="0" y="32"/>
                      <a:pt x="0" y="7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</p:grpSp>
      </p:grpSp>
      <p:sp>
        <p:nvSpPr>
          <p:cNvPr id="57" name="Rechteck 56">
            <a:extLst>
              <a:ext uri="{FF2B5EF4-FFF2-40B4-BE49-F238E27FC236}">
                <a16:creationId xmlns:a16="http://schemas.microsoft.com/office/drawing/2014/main" id="{CB791438-5849-CDFE-FE4F-A4200BCA3597}"/>
              </a:ext>
            </a:extLst>
          </p:cNvPr>
          <p:cNvSpPr/>
          <p:nvPr userDrawn="1"/>
        </p:nvSpPr>
        <p:spPr>
          <a:xfrm>
            <a:off x="438248" y="5558300"/>
            <a:ext cx="1013419" cy="3421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buClr>
                <a:srgbClr val="0060A9"/>
              </a:buClr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Nutzen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8" name="Bildplatzhalter 163">
            <a:extLst>
              <a:ext uri="{FF2B5EF4-FFF2-40B4-BE49-F238E27FC236}">
                <a16:creationId xmlns:a16="http://schemas.microsoft.com/office/drawing/2014/main" id="{9C216230-A84D-A55A-390E-AE6B4E7EFCA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8893" y="881063"/>
            <a:ext cx="3709095" cy="2109787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83" name="Textplatzhalter 82">
            <a:extLst>
              <a:ext uri="{FF2B5EF4-FFF2-40B4-BE49-F238E27FC236}">
                <a16:creationId xmlns:a16="http://schemas.microsoft.com/office/drawing/2014/main" id="{448C9272-BF01-E523-E4A5-1165C6E59D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4013" y="1107120"/>
            <a:ext cx="7367588" cy="409713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6" name="Textplatzhalter 85">
            <a:extLst>
              <a:ext uri="{FF2B5EF4-FFF2-40B4-BE49-F238E27FC236}">
                <a16:creationId xmlns:a16="http://schemas.microsoft.com/office/drawing/2014/main" id="{E1CC37D6-6247-9F88-92D8-9654E0882AA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48748" y="3668295"/>
            <a:ext cx="2636838" cy="205952"/>
          </a:xfrm>
        </p:spPr>
        <p:txBody>
          <a:bodyPr/>
          <a:lstStyle>
            <a:lvl1pPr>
              <a:spcBef>
                <a:spcPts val="200"/>
              </a:spcBef>
              <a:buFontTx/>
              <a:buNone/>
              <a:defRPr sz="1400">
                <a:solidFill>
                  <a:srgbClr val="283F64"/>
                </a:solidFill>
              </a:defRPr>
            </a:lvl1pPr>
            <a:lvl2pPr>
              <a:defRPr>
                <a:solidFill>
                  <a:srgbClr val="283F64"/>
                </a:solidFill>
              </a:defRPr>
            </a:lvl2pPr>
            <a:lvl3pPr>
              <a:defRPr>
                <a:solidFill>
                  <a:srgbClr val="283F64"/>
                </a:solidFill>
              </a:defRPr>
            </a:lvl3pPr>
            <a:lvl4pPr>
              <a:defRPr>
                <a:solidFill>
                  <a:srgbClr val="283F64"/>
                </a:solidFill>
              </a:defRPr>
            </a:lvl4pPr>
            <a:lvl5pPr>
              <a:defRPr>
                <a:solidFill>
                  <a:srgbClr val="283F64"/>
                </a:solidFill>
              </a:defRPr>
            </a:lvl5pPr>
          </a:lstStyle>
          <a:p>
            <a:pPr lvl="0"/>
            <a:r>
              <a:rPr lang="de-DE" dirty="0"/>
              <a:t>Dauer</a:t>
            </a:r>
          </a:p>
        </p:txBody>
      </p:sp>
      <p:sp>
        <p:nvSpPr>
          <p:cNvPr id="87" name="Textplatzhalter 85">
            <a:extLst>
              <a:ext uri="{FF2B5EF4-FFF2-40B4-BE49-F238E27FC236}">
                <a16:creationId xmlns:a16="http://schemas.microsoft.com/office/drawing/2014/main" id="{F79F4882-A179-5E57-E23B-87D95AD802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48748" y="4821966"/>
            <a:ext cx="2636838" cy="218566"/>
          </a:xfrm>
        </p:spPr>
        <p:txBody>
          <a:bodyPr/>
          <a:lstStyle>
            <a:lvl1pPr>
              <a:spcBef>
                <a:spcPts val="200"/>
              </a:spcBef>
              <a:buFontTx/>
              <a:buNone/>
              <a:defRPr sz="1400">
                <a:solidFill>
                  <a:srgbClr val="283F64"/>
                </a:solidFill>
              </a:defRPr>
            </a:lvl1pPr>
            <a:lvl2pPr>
              <a:defRPr>
                <a:solidFill>
                  <a:srgbClr val="283F64"/>
                </a:solidFill>
              </a:defRPr>
            </a:lvl2pPr>
            <a:lvl3pPr>
              <a:defRPr>
                <a:solidFill>
                  <a:srgbClr val="283F64"/>
                </a:solidFill>
              </a:defRPr>
            </a:lvl3pPr>
            <a:lvl4pPr>
              <a:defRPr>
                <a:solidFill>
                  <a:srgbClr val="283F64"/>
                </a:solidFill>
              </a:defRPr>
            </a:lvl4pPr>
            <a:lvl5pPr>
              <a:defRPr>
                <a:solidFill>
                  <a:srgbClr val="283F64"/>
                </a:solidFill>
              </a:defRPr>
            </a:lvl5pPr>
          </a:lstStyle>
          <a:p>
            <a:pPr lvl="0"/>
            <a:r>
              <a:rPr lang="de-DE" dirty="0"/>
              <a:t>Projektteam</a:t>
            </a:r>
          </a:p>
        </p:txBody>
      </p:sp>
      <p:sp>
        <p:nvSpPr>
          <p:cNvPr id="88" name="Textplatzhalter 85">
            <a:extLst>
              <a:ext uri="{FF2B5EF4-FFF2-40B4-BE49-F238E27FC236}">
                <a16:creationId xmlns:a16="http://schemas.microsoft.com/office/drawing/2014/main" id="{25C8246C-8FF4-56A7-A838-38E9CD06CE2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8748" y="6011456"/>
            <a:ext cx="2636838" cy="218042"/>
          </a:xfrm>
        </p:spPr>
        <p:txBody>
          <a:bodyPr/>
          <a:lstStyle>
            <a:lvl1pPr>
              <a:spcBef>
                <a:spcPts val="200"/>
              </a:spcBef>
              <a:buFontTx/>
              <a:buNone/>
              <a:defRPr sz="1400">
                <a:solidFill>
                  <a:srgbClr val="283F64"/>
                </a:solidFill>
              </a:defRPr>
            </a:lvl1pPr>
            <a:lvl2pPr>
              <a:defRPr>
                <a:solidFill>
                  <a:srgbClr val="283F64"/>
                </a:solidFill>
              </a:defRPr>
            </a:lvl2pPr>
            <a:lvl3pPr>
              <a:defRPr>
                <a:solidFill>
                  <a:srgbClr val="283F64"/>
                </a:solidFill>
              </a:defRPr>
            </a:lvl3pPr>
            <a:lvl4pPr>
              <a:defRPr>
                <a:solidFill>
                  <a:srgbClr val="283F64"/>
                </a:solidFill>
              </a:defRPr>
            </a:lvl4pPr>
            <a:lvl5pPr>
              <a:defRPr>
                <a:solidFill>
                  <a:srgbClr val="283F64"/>
                </a:solidFill>
              </a:defRPr>
            </a:lvl5pPr>
          </a:lstStyle>
          <a:p>
            <a:pPr lvl="0"/>
            <a:r>
              <a:rPr lang="de-DE" dirty="0"/>
              <a:t>Umfeld</a:t>
            </a:r>
          </a:p>
        </p:txBody>
      </p:sp>
      <p:sp>
        <p:nvSpPr>
          <p:cNvPr id="89" name="Textplatzhalter 82">
            <a:extLst>
              <a:ext uri="{FF2B5EF4-FFF2-40B4-BE49-F238E27FC236}">
                <a16:creationId xmlns:a16="http://schemas.microsoft.com/office/drawing/2014/main" id="{B9FB57AE-0A75-19BF-4B71-8FA9F436F6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72646" y="5884878"/>
            <a:ext cx="5645461" cy="325101"/>
          </a:xfrm>
        </p:spPr>
        <p:txBody>
          <a:bodyPr/>
          <a:lstStyle>
            <a:lvl1pPr>
              <a:buNone/>
              <a:defRPr b="0">
                <a:solidFill>
                  <a:srgbClr val="283F64"/>
                </a:solidFill>
              </a:defRPr>
            </a:lvl1pPr>
            <a:lvl2pPr>
              <a:buNone/>
              <a:defRPr>
                <a:solidFill>
                  <a:srgbClr val="283F64"/>
                </a:solidFill>
              </a:defRPr>
            </a:lvl2pPr>
            <a:lvl3pPr>
              <a:buNone/>
              <a:defRPr>
                <a:solidFill>
                  <a:srgbClr val="283F64"/>
                </a:solidFill>
              </a:defRPr>
            </a:lvl3pPr>
            <a:lvl4pPr>
              <a:buNone/>
              <a:defRPr>
                <a:solidFill>
                  <a:srgbClr val="283F64"/>
                </a:solidFill>
              </a:defRPr>
            </a:lvl4pPr>
            <a:lvl5pPr>
              <a:buNone/>
              <a:defRPr>
                <a:solidFill>
                  <a:srgbClr val="283F64"/>
                </a:solidFill>
              </a:defRPr>
            </a:lvl5pPr>
          </a:lstStyle>
          <a:p>
            <a:pPr lvl="0"/>
            <a:r>
              <a:rPr lang="de-DE" dirty="0"/>
              <a:t>Nutzen</a:t>
            </a:r>
          </a:p>
        </p:txBody>
      </p:sp>
    </p:spTree>
    <p:extLst>
      <p:ext uri="{BB962C8B-B14F-4D97-AF65-F5344CB8AC3E}">
        <p14:creationId xmlns:p14="http://schemas.microsoft.com/office/powerpoint/2010/main" val="11146648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ktrefernz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3437B1-A116-B2F9-227A-6D36643F5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de-DE" dirty="0"/>
              <a:t>Name Projektreferenz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29C4617-F2BD-D559-7124-766A7367A2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EFCF956-539A-D178-B927-FCDFD129760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48A0647-3573-420B-885F-9503749F33FD}" type="datetime1">
              <a:rPr lang="de-DE" smtClean="0"/>
              <a:t>21.08.2026</a:t>
            </a:fld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62BB121B-3EBD-1702-A7A0-4DF4FD351BAD}"/>
              </a:ext>
            </a:extLst>
          </p:cNvPr>
          <p:cNvSpPr/>
          <p:nvPr userDrawn="1"/>
        </p:nvSpPr>
        <p:spPr>
          <a:xfrm>
            <a:off x="1375683" y="5517759"/>
            <a:ext cx="6577692" cy="1005723"/>
          </a:xfrm>
          <a:prstGeom prst="rect">
            <a:avLst/>
          </a:prstGeom>
          <a:solidFill>
            <a:schemeClr val="bg1"/>
          </a:solidFill>
          <a:ln w="19050">
            <a:solidFill>
              <a:srgbClr val="283F64"/>
            </a:solidFill>
          </a:ln>
        </p:spPr>
        <p:txBody>
          <a:bodyPr wrap="square" lIns="0" anchor="ctr">
            <a:noAutofit/>
          </a:bodyPr>
          <a:lstStyle/>
          <a:p>
            <a:pPr marL="715963" marR="0" lvl="0" indent="3175" algn="l" defTabSz="914400" rtl="0" eaLnBrk="1" fontAlgn="base" latinLnBrk="0" hangingPunct="1"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buClr>
                <a:prstClr val="white"/>
              </a:buClr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6" name="Pfeil nach rechts 3">
            <a:extLst>
              <a:ext uri="{FF2B5EF4-FFF2-40B4-BE49-F238E27FC236}">
                <a16:creationId xmlns:a16="http://schemas.microsoft.com/office/drawing/2014/main" id="{3FC38A81-E916-3577-1B80-DB34A8CE29DF}"/>
              </a:ext>
            </a:extLst>
          </p:cNvPr>
          <p:cNvSpPr/>
          <p:nvPr userDrawn="1"/>
        </p:nvSpPr>
        <p:spPr>
          <a:xfrm>
            <a:off x="344034" y="5517759"/>
            <a:ext cx="1518419" cy="1005723"/>
          </a:xfrm>
          <a:prstGeom prst="rightArrow">
            <a:avLst>
              <a:gd name="adj1" fmla="val 100000"/>
              <a:gd name="adj2" fmla="val 28856"/>
            </a:avLst>
          </a:prstGeom>
          <a:solidFill>
            <a:srgbClr val="ADC22D"/>
          </a:solidFill>
          <a:ln w="38100">
            <a:solidFill>
              <a:srgbClr val="283F6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BECE80D-9798-E528-5769-E1B80B81D962}"/>
              </a:ext>
            </a:extLst>
          </p:cNvPr>
          <p:cNvSpPr/>
          <p:nvPr userDrawn="1"/>
        </p:nvSpPr>
        <p:spPr>
          <a:xfrm>
            <a:off x="8113714" y="3164620"/>
            <a:ext cx="3724274" cy="1000125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283F64"/>
                </a:solidFill>
                <a:effectLst/>
                <a:uLnTx/>
                <a:uFillTx/>
                <a:latin typeface="Arial"/>
                <a:cs typeface="Arial"/>
              </a:rPr>
              <a:t>Projektdauer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rgbClr val="283F64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C4997876-2F05-1383-7BEE-6DFDCD8FC30D}"/>
              </a:ext>
            </a:extLst>
          </p:cNvPr>
          <p:cNvSpPr/>
          <p:nvPr userDrawn="1"/>
        </p:nvSpPr>
        <p:spPr>
          <a:xfrm>
            <a:off x="8129519" y="4310808"/>
            <a:ext cx="3724274" cy="1008063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283F64"/>
                </a:solidFill>
                <a:effectLst/>
                <a:uLnTx/>
                <a:uFillTx/>
                <a:latin typeface="Arial"/>
                <a:cs typeface="Arial"/>
              </a:rPr>
              <a:t>Smart Projektteam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rgbClr val="283F64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D26A8721-66F9-1AF7-860C-D61C54278570}"/>
              </a:ext>
            </a:extLst>
          </p:cNvPr>
          <p:cNvSpPr/>
          <p:nvPr userDrawn="1"/>
        </p:nvSpPr>
        <p:spPr>
          <a:xfrm>
            <a:off x="8128893" y="5473344"/>
            <a:ext cx="3724274" cy="1019531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none" spc="0" normalizeH="0" baseline="0" noProof="0" dirty="0">
                <a:ln>
                  <a:noFill/>
                </a:ln>
                <a:solidFill>
                  <a:srgbClr val="283F64"/>
                </a:solidFill>
                <a:effectLst/>
                <a:uLnTx/>
                <a:uFillTx/>
                <a:latin typeface="Arial"/>
                <a:cs typeface="Arial"/>
              </a:rPr>
              <a:t>Technisches Umfeld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rgbClr val="283F64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CEC861F1-D780-0502-F42B-62712C8C1E67}"/>
              </a:ext>
            </a:extLst>
          </p:cNvPr>
          <p:cNvGrpSpPr/>
          <p:nvPr userDrawn="1"/>
        </p:nvGrpSpPr>
        <p:grpSpPr>
          <a:xfrm>
            <a:off x="642596" y="5922248"/>
            <a:ext cx="649994" cy="505337"/>
            <a:chOff x="9993560" y="3509123"/>
            <a:chExt cx="730250" cy="567732"/>
          </a:xfrm>
          <a:solidFill>
            <a:schemeClr val="bg1"/>
          </a:solidFill>
        </p:grpSpPr>
        <p:grpSp>
          <p:nvGrpSpPr>
            <p:cNvPr id="49" name="Gruppieren 48">
              <a:extLst>
                <a:ext uri="{FF2B5EF4-FFF2-40B4-BE49-F238E27FC236}">
                  <a16:creationId xmlns:a16="http://schemas.microsoft.com/office/drawing/2014/main" id="{4932B178-F3A4-2370-FDBC-8B7ED3D12C78}"/>
                </a:ext>
              </a:extLst>
            </p:cNvPr>
            <p:cNvGrpSpPr/>
            <p:nvPr/>
          </p:nvGrpSpPr>
          <p:grpSpPr>
            <a:xfrm>
              <a:off x="9993560" y="3814917"/>
              <a:ext cx="730250" cy="261938"/>
              <a:chOff x="4121151" y="6089650"/>
              <a:chExt cx="730250" cy="261938"/>
            </a:xfrm>
            <a:grpFill/>
          </p:grpSpPr>
          <p:sp>
            <p:nvSpPr>
              <p:cNvPr id="54" name="Freeform 146">
                <a:extLst>
                  <a:ext uri="{FF2B5EF4-FFF2-40B4-BE49-F238E27FC236}">
                    <a16:creationId xmlns:a16="http://schemas.microsoft.com/office/drawing/2014/main" id="{BC72F632-7573-D0E9-F6D1-0B4319D0099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21151" y="6107113"/>
                <a:ext cx="730250" cy="244475"/>
              </a:xfrm>
              <a:custGeom>
                <a:avLst/>
                <a:gdLst>
                  <a:gd name="T0" fmla="*/ 1916 w 1992"/>
                  <a:gd name="T1" fmla="*/ 72 h 668"/>
                  <a:gd name="T2" fmla="*/ 1779 w 1992"/>
                  <a:gd name="T3" fmla="*/ 125 h 668"/>
                  <a:gd name="T4" fmla="*/ 1526 w 1992"/>
                  <a:gd name="T5" fmla="*/ 278 h 668"/>
                  <a:gd name="T6" fmla="*/ 1509 w 1992"/>
                  <a:gd name="T7" fmla="*/ 289 h 668"/>
                  <a:gd name="T8" fmla="*/ 1408 w 1992"/>
                  <a:gd name="T9" fmla="*/ 332 h 668"/>
                  <a:gd name="T10" fmla="*/ 909 w 1992"/>
                  <a:gd name="T11" fmla="*/ 382 h 668"/>
                  <a:gd name="T12" fmla="*/ 892 w 1992"/>
                  <a:gd name="T13" fmla="*/ 383 h 668"/>
                  <a:gd name="T14" fmla="*/ 865 w 1992"/>
                  <a:gd name="T15" fmla="*/ 361 h 668"/>
                  <a:gd name="T16" fmla="*/ 888 w 1992"/>
                  <a:gd name="T17" fmla="*/ 332 h 668"/>
                  <a:gd name="T18" fmla="*/ 1328 w 1992"/>
                  <a:gd name="T19" fmla="*/ 288 h 668"/>
                  <a:gd name="T20" fmla="*/ 1410 w 1992"/>
                  <a:gd name="T21" fmla="*/ 183 h 668"/>
                  <a:gd name="T22" fmla="*/ 1309 w 1992"/>
                  <a:gd name="T23" fmla="*/ 97 h 668"/>
                  <a:gd name="T24" fmla="*/ 918 w 1992"/>
                  <a:gd name="T25" fmla="*/ 92 h 668"/>
                  <a:gd name="T26" fmla="*/ 823 w 1992"/>
                  <a:gd name="T27" fmla="*/ 77 h 668"/>
                  <a:gd name="T28" fmla="*/ 352 w 1992"/>
                  <a:gd name="T29" fmla="*/ 105 h 668"/>
                  <a:gd name="T30" fmla="*/ 268 w 1992"/>
                  <a:gd name="T31" fmla="*/ 60 h 668"/>
                  <a:gd name="T32" fmla="*/ 99 w 1992"/>
                  <a:gd name="T33" fmla="*/ 72 h 668"/>
                  <a:gd name="T34" fmla="*/ 4 w 1992"/>
                  <a:gd name="T35" fmla="*/ 180 h 668"/>
                  <a:gd name="T36" fmla="*/ 31 w 1992"/>
                  <a:gd name="T37" fmla="*/ 569 h 668"/>
                  <a:gd name="T38" fmla="*/ 140 w 1992"/>
                  <a:gd name="T39" fmla="*/ 664 h 668"/>
                  <a:gd name="T40" fmla="*/ 309 w 1992"/>
                  <a:gd name="T41" fmla="*/ 652 h 668"/>
                  <a:gd name="T42" fmla="*/ 386 w 1992"/>
                  <a:gd name="T43" fmla="*/ 596 h 668"/>
                  <a:gd name="T44" fmla="*/ 1128 w 1992"/>
                  <a:gd name="T45" fmla="*/ 629 h 668"/>
                  <a:gd name="T46" fmla="*/ 1361 w 1992"/>
                  <a:gd name="T47" fmla="*/ 588 h 668"/>
                  <a:gd name="T48" fmla="*/ 1382 w 1992"/>
                  <a:gd name="T49" fmla="*/ 577 h 668"/>
                  <a:gd name="T50" fmla="*/ 1942 w 1992"/>
                  <a:gd name="T51" fmla="*/ 237 h 668"/>
                  <a:gd name="T52" fmla="*/ 1990 w 1992"/>
                  <a:gd name="T53" fmla="*/ 159 h 668"/>
                  <a:gd name="T54" fmla="*/ 1916 w 1992"/>
                  <a:gd name="T55" fmla="*/ 72 h 668"/>
                  <a:gd name="T56" fmla="*/ 202 w 1992"/>
                  <a:gd name="T57" fmla="*/ 572 h 668"/>
                  <a:gd name="T58" fmla="*/ 144 w 1992"/>
                  <a:gd name="T59" fmla="*/ 514 h 668"/>
                  <a:gd name="T60" fmla="*/ 202 w 1992"/>
                  <a:gd name="T61" fmla="*/ 457 h 668"/>
                  <a:gd name="T62" fmla="*/ 259 w 1992"/>
                  <a:gd name="T63" fmla="*/ 514 h 668"/>
                  <a:gd name="T64" fmla="*/ 202 w 1992"/>
                  <a:gd name="T65" fmla="*/ 572 h 6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992" h="668">
                    <a:moveTo>
                      <a:pt x="1916" y="72"/>
                    </a:moveTo>
                    <a:cubicBezTo>
                      <a:pt x="1879" y="69"/>
                      <a:pt x="1800" y="114"/>
                      <a:pt x="1779" y="125"/>
                    </a:cubicBezTo>
                    <a:cubicBezTo>
                      <a:pt x="1702" y="165"/>
                      <a:pt x="1596" y="228"/>
                      <a:pt x="1526" y="278"/>
                    </a:cubicBezTo>
                    <a:cubicBezTo>
                      <a:pt x="1521" y="281"/>
                      <a:pt x="1514" y="285"/>
                      <a:pt x="1509" y="289"/>
                    </a:cubicBezTo>
                    <a:cubicBezTo>
                      <a:pt x="1478" y="310"/>
                      <a:pt x="1445" y="324"/>
                      <a:pt x="1408" y="332"/>
                    </a:cubicBezTo>
                    <a:cubicBezTo>
                      <a:pt x="1205" y="377"/>
                      <a:pt x="909" y="382"/>
                      <a:pt x="909" y="382"/>
                    </a:cubicBezTo>
                    <a:cubicBezTo>
                      <a:pt x="892" y="383"/>
                      <a:pt x="892" y="383"/>
                      <a:pt x="892" y="383"/>
                    </a:cubicBezTo>
                    <a:cubicBezTo>
                      <a:pt x="879" y="383"/>
                      <a:pt x="867" y="374"/>
                      <a:pt x="865" y="361"/>
                    </a:cubicBezTo>
                    <a:cubicBezTo>
                      <a:pt x="863" y="346"/>
                      <a:pt x="873" y="333"/>
                      <a:pt x="888" y="332"/>
                    </a:cubicBezTo>
                    <a:cubicBezTo>
                      <a:pt x="1328" y="288"/>
                      <a:pt x="1328" y="288"/>
                      <a:pt x="1328" y="288"/>
                    </a:cubicBezTo>
                    <a:cubicBezTo>
                      <a:pt x="1376" y="283"/>
                      <a:pt x="1415" y="236"/>
                      <a:pt x="1410" y="183"/>
                    </a:cubicBezTo>
                    <a:cubicBezTo>
                      <a:pt x="1405" y="130"/>
                      <a:pt x="1357" y="91"/>
                      <a:pt x="1309" y="97"/>
                    </a:cubicBezTo>
                    <a:cubicBezTo>
                      <a:pt x="918" y="92"/>
                      <a:pt x="918" y="92"/>
                      <a:pt x="918" y="92"/>
                    </a:cubicBezTo>
                    <a:cubicBezTo>
                      <a:pt x="891" y="91"/>
                      <a:pt x="848" y="84"/>
                      <a:pt x="823" y="77"/>
                    </a:cubicBezTo>
                    <a:cubicBezTo>
                      <a:pt x="570" y="0"/>
                      <a:pt x="428" y="72"/>
                      <a:pt x="352" y="105"/>
                    </a:cubicBezTo>
                    <a:cubicBezTo>
                      <a:pt x="336" y="76"/>
                      <a:pt x="304" y="58"/>
                      <a:pt x="268" y="60"/>
                    </a:cubicBezTo>
                    <a:cubicBezTo>
                      <a:pt x="99" y="72"/>
                      <a:pt x="99" y="72"/>
                      <a:pt x="99" y="72"/>
                    </a:cubicBezTo>
                    <a:cubicBezTo>
                      <a:pt x="43" y="76"/>
                      <a:pt x="0" y="124"/>
                      <a:pt x="4" y="180"/>
                    </a:cubicBezTo>
                    <a:cubicBezTo>
                      <a:pt x="31" y="569"/>
                      <a:pt x="31" y="569"/>
                      <a:pt x="31" y="569"/>
                    </a:cubicBezTo>
                    <a:cubicBezTo>
                      <a:pt x="35" y="625"/>
                      <a:pt x="84" y="668"/>
                      <a:pt x="140" y="664"/>
                    </a:cubicBezTo>
                    <a:cubicBezTo>
                      <a:pt x="309" y="652"/>
                      <a:pt x="309" y="652"/>
                      <a:pt x="309" y="652"/>
                    </a:cubicBezTo>
                    <a:cubicBezTo>
                      <a:pt x="344" y="650"/>
                      <a:pt x="374" y="627"/>
                      <a:pt x="386" y="596"/>
                    </a:cubicBezTo>
                    <a:cubicBezTo>
                      <a:pt x="1128" y="629"/>
                      <a:pt x="1128" y="629"/>
                      <a:pt x="1128" y="629"/>
                    </a:cubicBezTo>
                    <a:cubicBezTo>
                      <a:pt x="1210" y="638"/>
                      <a:pt x="1288" y="628"/>
                      <a:pt x="1361" y="588"/>
                    </a:cubicBezTo>
                    <a:cubicBezTo>
                      <a:pt x="1382" y="577"/>
                      <a:pt x="1382" y="577"/>
                      <a:pt x="1382" y="577"/>
                    </a:cubicBezTo>
                    <a:cubicBezTo>
                      <a:pt x="1942" y="237"/>
                      <a:pt x="1942" y="237"/>
                      <a:pt x="1942" y="237"/>
                    </a:cubicBezTo>
                    <a:cubicBezTo>
                      <a:pt x="1970" y="220"/>
                      <a:pt x="1989" y="191"/>
                      <a:pt x="1990" y="159"/>
                    </a:cubicBezTo>
                    <a:cubicBezTo>
                      <a:pt x="1992" y="120"/>
                      <a:pt x="1970" y="76"/>
                      <a:pt x="1916" y="72"/>
                    </a:cubicBezTo>
                    <a:moveTo>
                      <a:pt x="202" y="572"/>
                    </a:moveTo>
                    <a:cubicBezTo>
                      <a:pt x="170" y="572"/>
                      <a:pt x="144" y="546"/>
                      <a:pt x="144" y="514"/>
                    </a:cubicBezTo>
                    <a:cubicBezTo>
                      <a:pt x="144" y="483"/>
                      <a:pt x="170" y="457"/>
                      <a:pt x="202" y="457"/>
                    </a:cubicBezTo>
                    <a:cubicBezTo>
                      <a:pt x="234" y="457"/>
                      <a:pt x="259" y="483"/>
                      <a:pt x="259" y="514"/>
                    </a:cubicBezTo>
                    <a:cubicBezTo>
                      <a:pt x="259" y="546"/>
                      <a:pt x="234" y="572"/>
                      <a:pt x="202" y="57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55" name="Freeform 147">
                <a:extLst>
                  <a:ext uri="{FF2B5EF4-FFF2-40B4-BE49-F238E27FC236}">
                    <a16:creationId xmlns:a16="http://schemas.microsoft.com/office/drawing/2014/main" id="{9606EE2E-DCC8-8386-0230-3A276F4F18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67251" y="6107113"/>
                <a:ext cx="120650" cy="74613"/>
              </a:xfrm>
              <a:custGeom>
                <a:avLst/>
                <a:gdLst>
                  <a:gd name="T0" fmla="*/ 0 w 330"/>
                  <a:gd name="T1" fmla="*/ 132 h 204"/>
                  <a:gd name="T2" fmla="*/ 8 w 330"/>
                  <a:gd name="T3" fmla="*/ 172 h 204"/>
                  <a:gd name="T4" fmla="*/ 9 w 330"/>
                  <a:gd name="T5" fmla="*/ 204 h 204"/>
                  <a:gd name="T6" fmla="*/ 26 w 330"/>
                  <a:gd name="T7" fmla="*/ 192 h 204"/>
                  <a:gd name="T8" fmla="*/ 267 w 330"/>
                  <a:gd name="T9" fmla="*/ 50 h 204"/>
                  <a:gd name="T10" fmla="*/ 330 w 330"/>
                  <a:gd name="T11" fmla="*/ 21 h 204"/>
                  <a:gd name="T12" fmla="*/ 239 w 330"/>
                  <a:gd name="T13" fmla="*/ 13 h 204"/>
                  <a:gd name="T14" fmla="*/ 1 w 330"/>
                  <a:gd name="T15" fmla="*/ 130 h 204"/>
                  <a:gd name="T16" fmla="*/ 0 w 330"/>
                  <a:gd name="T17" fmla="*/ 132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30" h="204">
                    <a:moveTo>
                      <a:pt x="0" y="132"/>
                    </a:moveTo>
                    <a:cubicBezTo>
                      <a:pt x="4" y="145"/>
                      <a:pt x="7" y="158"/>
                      <a:pt x="8" y="172"/>
                    </a:cubicBezTo>
                    <a:cubicBezTo>
                      <a:pt x="9" y="183"/>
                      <a:pt x="9" y="194"/>
                      <a:pt x="9" y="204"/>
                    </a:cubicBezTo>
                    <a:cubicBezTo>
                      <a:pt x="14" y="200"/>
                      <a:pt x="20" y="196"/>
                      <a:pt x="26" y="192"/>
                    </a:cubicBezTo>
                    <a:cubicBezTo>
                      <a:pt x="83" y="150"/>
                      <a:pt x="200" y="84"/>
                      <a:pt x="267" y="50"/>
                    </a:cubicBezTo>
                    <a:cubicBezTo>
                      <a:pt x="287" y="39"/>
                      <a:pt x="308" y="29"/>
                      <a:pt x="330" y="21"/>
                    </a:cubicBezTo>
                    <a:cubicBezTo>
                      <a:pt x="301" y="1"/>
                      <a:pt x="271" y="0"/>
                      <a:pt x="239" y="13"/>
                    </a:cubicBezTo>
                    <a:cubicBezTo>
                      <a:pt x="176" y="38"/>
                      <a:pt x="60" y="96"/>
                      <a:pt x="1" y="130"/>
                    </a:cubicBezTo>
                    <a:cubicBezTo>
                      <a:pt x="0" y="131"/>
                      <a:pt x="0" y="132"/>
                      <a:pt x="0" y="13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56" name="Freeform 148">
                <a:extLst>
                  <a:ext uri="{FF2B5EF4-FFF2-40B4-BE49-F238E27FC236}">
                    <a16:creationId xmlns:a16="http://schemas.microsoft.com/office/drawing/2014/main" id="{02C19A57-9124-1865-687D-ECAEF2095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8676" y="6089650"/>
                <a:ext cx="93663" cy="44450"/>
              </a:xfrm>
              <a:custGeom>
                <a:avLst/>
                <a:gdLst>
                  <a:gd name="T0" fmla="*/ 44 w 255"/>
                  <a:gd name="T1" fmla="*/ 119 h 119"/>
                  <a:gd name="T2" fmla="*/ 51 w 255"/>
                  <a:gd name="T3" fmla="*/ 114 h 119"/>
                  <a:gd name="T4" fmla="*/ 80 w 255"/>
                  <a:gd name="T5" fmla="*/ 98 h 119"/>
                  <a:gd name="T6" fmla="*/ 255 w 255"/>
                  <a:gd name="T7" fmla="*/ 21 h 119"/>
                  <a:gd name="T8" fmla="*/ 164 w 255"/>
                  <a:gd name="T9" fmla="*/ 13 h 119"/>
                  <a:gd name="T10" fmla="*/ 0 w 255"/>
                  <a:gd name="T11" fmla="*/ 80 h 119"/>
                  <a:gd name="T12" fmla="*/ 44 w 255"/>
                  <a:gd name="T13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55" h="119">
                    <a:moveTo>
                      <a:pt x="44" y="119"/>
                    </a:moveTo>
                    <a:cubicBezTo>
                      <a:pt x="46" y="117"/>
                      <a:pt x="49" y="115"/>
                      <a:pt x="51" y="114"/>
                    </a:cubicBezTo>
                    <a:cubicBezTo>
                      <a:pt x="80" y="98"/>
                      <a:pt x="80" y="98"/>
                      <a:pt x="80" y="98"/>
                    </a:cubicBezTo>
                    <a:cubicBezTo>
                      <a:pt x="121" y="74"/>
                      <a:pt x="209" y="42"/>
                      <a:pt x="255" y="21"/>
                    </a:cubicBezTo>
                    <a:cubicBezTo>
                      <a:pt x="226" y="1"/>
                      <a:pt x="196" y="0"/>
                      <a:pt x="164" y="13"/>
                    </a:cubicBezTo>
                    <a:cubicBezTo>
                      <a:pt x="125" y="29"/>
                      <a:pt x="38" y="59"/>
                      <a:pt x="0" y="80"/>
                    </a:cubicBezTo>
                    <a:cubicBezTo>
                      <a:pt x="16" y="90"/>
                      <a:pt x="31" y="104"/>
                      <a:pt x="44" y="11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50" name="Gruppieren 49">
              <a:extLst>
                <a:ext uri="{FF2B5EF4-FFF2-40B4-BE49-F238E27FC236}">
                  <a16:creationId xmlns:a16="http://schemas.microsoft.com/office/drawing/2014/main" id="{8E36721B-2107-F076-0408-3270DBDA7EF2}"/>
                </a:ext>
              </a:extLst>
            </p:cNvPr>
            <p:cNvGrpSpPr/>
            <p:nvPr/>
          </p:nvGrpSpPr>
          <p:grpSpPr>
            <a:xfrm>
              <a:off x="10141157" y="3509123"/>
              <a:ext cx="352034" cy="306893"/>
              <a:chOff x="2988351" y="4816520"/>
              <a:chExt cx="426115" cy="371475"/>
            </a:xfrm>
            <a:grpFill/>
          </p:grpSpPr>
          <p:sp>
            <p:nvSpPr>
              <p:cNvPr id="51" name="Freeform 230">
                <a:extLst>
                  <a:ext uri="{FF2B5EF4-FFF2-40B4-BE49-F238E27FC236}">
                    <a16:creationId xmlns:a16="http://schemas.microsoft.com/office/drawing/2014/main" id="{90C55F82-4C32-B350-BAE3-DEFAD72B5C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6991" y="4995908"/>
                <a:ext cx="117475" cy="192087"/>
              </a:xfrm>
              <a:custGeom>
                <a:avLst/>
                <a:gdLst>
                  <a:gd name="T0" fmla="*/ 0 w 321"/>
                  <a:gd name="T1" fmla="*/ 78 h 523"/>
                  <a:gd name="T2" fmla="*/ 0 w 321"/>
                  <a:gd name="T3" fmla="*/ 444 h 523"/>
                  <a:gd name="T4" fmla="*/ 68 w 321"/>
                  <a:gd name="T5" fmla="*/ 523 h 523"/>
                  <a:gd name="T6" fmla="*/ 253 w 321"/>
                  <a:gd name="T7" fmla="*/ 523 h 523"/>
                  <a:gd name="T8" fmla="*/ 321 w 321"/>
                  <a:gd name="T9" fmla="*/ 444 h 523"/>
                  <a:gd name="T10" fmla="*/ 321 w 321"/>
                  <a:gd name="T11" fmla="*/ 78 h 523"/>
                  <a:gd name="T12" fmla="*/ 253 w 321"/>
                  <a:gd name="T13" fmla="*/ 0 h 523"/>
                  <a:gd name="T14" fmla="*/ 68 w 321"/>
                  <a:gd name="T15" fmla="*/ 0 h 523"/>
                  <a:gd name="T16" fmla="*/ 0 w 321"/>
                  <a:gd name="T17" fmla="*/ 78 h 5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1" h="523">
                    <a:moveTo>
                      <a:pt x="0" y="78"/>
                    </a:moveTo>
                    <a:cubicBezTo>
                      <a:pt x="0" y="444"/>
                      <a:pt x="0" y="444"/>
                      <a:pt x="0" y="444"/>
                    </a:cubicBezTo>
                    <a:cubicBezTo>
                      <a:pt x="0" y="487"/>
                      <a:pt x="30" y="523"/>
                      <a:pt x="68" y="523"/>
                    </a:cubicBezTo>
                    <a:cubicBezTo>
                      <a:pt x="253" y="523"/>
                      <a:pt x="253" y="523"/>
                      <a:pt x="253" y="523"/>
                    </a:cubicBezTo>
                    <a:cubicBezTo>
                      <a:pt x="290" y="523"/>
                      <a:pt x="321" y="487"/>
                      <a:pt x="321" y="444"/>
                    </a:cubicBezTo>
                    <a:cubicBezTo>
                      <a:pt x="321" y="78"/>
                      <a:pt x="321" y="78"/>
                      <a:pt x="321" y="78"/>
                    </a:cubicBezTo>
                    <a:cubicBezTo>
                      <a:pt x="321" y="35"/>
                      <a:pt x="290" y="0"/>
                      <a:pt x="253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30" y="0"/>
                      <a:pt x="0" y="35"/>
                      <a:pt x="0" y="7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52" name="Freeform 231">
                <a:extLst>
                  <a:ext uri="{FF2B5EF4-FFF2-40B4-BE49-F238E27FC236}">
                    <a16:creationId xmlns:a16="http://schemas.microsoft.com/office/drawing/2014/main" id="{17CEFE42-E38B-B126-70FA-ABD1D5D88B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8351" y="4930820"/>
                <a:ext cx="117475" cy="257175"/>
              </a:xfrm>
              <a:custGeom>
                <a:avLst/>
                <a:gdLst>
                  <a:gd name="T0" fmla="*/ 0 w 321"/>
                  <a:gd name="T1" fmla="*/ 75 h 698"/>
                  <a:gd name="T2" fmla="*/ 0 w 321"/>
                  <a:gd name="T3" fmla="*/ 623 h 698"/>
                  <a:gd name="T4" fmla="*/ 69 w 321"/>
                  <a:gd name="T5" fmla="*/ 698 h 698"/>
                  <a:gd name="T6" fmla="*/ 253 w 321"/>
                  <a:gd name="T7" fmla="*/ 698 h 698"/>
                  <a:gd name="T8" fmla="*/ 321 w 321"/>
                  <a:gd name="T9" fmla="*/ 623 h 698"/>
                  <a:gd name="T10" fmla="*/ 321 w 321"/>
                  <a:gd name="T11" fmla="*/ 75 h 698"/>
                  <a:gd name="T12" fmla="*/ 253 w 321"/>
                  <a:gd name="T13" fmla="*/ 0 h 698"/>
                  <a:gd name="T14" fmla="*/ 69 w 321"/>
                  <a:gd name="T15" fmla="*/ 0 h 698"/>
                  <a:gd name="T16" fmla="*/ 0 w 321"/>
                  <a:gd name="T17" fmla="*/ 75 h 6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1" h="698">
                    <a:moveTo>
                      <a:pt x="0" y="75"/>
                    </a:moveTo>
                    <a:cubicBezTo>
                      <a:pt x="0" y="623"/>
                      <a:pt x="0" y="623"/>
                      <a:pt x="0" y="623"/>
                    </a:cubicBezTo>
                    <a:cubicBezTo>
                      <a:pt x="0" y="664"/>
                      <a:pt x="31" y="698"/>
                      <a:pt x="69" y="698"/>
                    </a:cubicBezTo>
                    <a:cubicBezTo>
                      <a:pt x="253" y="698"/>
                      <a:pt x="253" y="698"/>
                      <a:pt x="253" y="698"/>
                    </a:cubicBezTo>
                    <a:cubicBezTo>
                      <a:pt x="291" y="698"/>
                      <a:pt x="321" y="664"/>
                      <a:pt x="321" y="623"/>
                    </a:cubicBezTo>
                    <a:cubicBezTo>
                      <a:pt x="321" y="75"/>
                      <a:pt x="321" y="75"/>
                      <a:pt x="321" y="75"/>
                    </a:cubicBezTo>
                    <a:cubicBezTo>
                      <a:pt x="321" y="34"/>
                      <a:pt x="291" y="0"/>
                      <a:pt x="253" y="0"/>
                    </a:cubicBezTo>
                    <a:cubicBezTo>
                      <a:pt x="69" y="0"/>
                      <a:pt x="69" y="0"/>
                      <a:pt x="69" y="0"/>
                    </a:cubicBezTo>
                    <a:cubicBezTo>
                      <a:pt x="31" y="0"/>
                      <a:pt x="0" y="34"/>
                      <a:pt x="0" y="75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53" name="Freeform 232">
                <a:extLst>
                  <a:ext uri="{FF2B5EF4-FFF2-40B4-BE49-F238E27FC236}">
                    <a16:creationId xmlns:a16="http://schemas.microsoft.com/office/drawing/2014/main" id="{CCDBCAD6-8CB5-729C-F87B-95B2B44BD4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42671" y="4816520"/>
                <a:ext cx="117475" cy="371475"/>
              </a:xfrm>
              <a:custGeom>
                <a:avLst/>
                <a:gdLst>
                  <a:gd name="T0" fmla="*/ 0 w 321"/>
                  <a:gd name="T1" fmla="*/ 72 h 1012"/>
                  <a:gd name="T2" fmla="*/ 0 w 321"/>
                  <a:gd name="T3" fmla="*/ 939 h 1012"/>
                  <a:gd name="T4" fmla="*/ 68 w 321"/>
                  <a:gd name="T5" fmla="*/ 1012 h 1012"/>
                  <a:gd name="T6" fmla="*/ 253 w 321"/>
                  <a:gd name="T7" fmla="*/ 1012 h 1012"/>
                  <a:gd name="T8" fmla="*/ 321 w 321"/>
                  <a:gd name="T9" fmla="*/ 939 h 1012"/>
                  <a:gd name="T10" fmla="*/ 321 w 321"/>
                  <a:gd name="T11" fmla="*/ 72 h 1012"/>
                  <a:gd name="T12" fmla="*/ 253 w 321"/>
                  <a:gd name="T13" fmla="*/ 0 h 1012"/>
                  <a:gd name="T14" fmla="*/ 68 w 321"/>
                  <a:gd name="T15" fmla="*/ 0 h 1012"/>
                  <a:gd name="T16" fmla="*/ 0 w 321"/>
                  <a:gd name="T17" fmla="*/ 72 h 10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1" h="1012">
                    <a:moveTo>
                      <a:pt x="0" y="72"/>
                    </a:moveTo>
                    <a:cubicBezTo>
                      <a:pt x="0" y="939"/>
                      <a:pt x="0" y="939"/>
                      <a:pt x="0" y="939"/>
                    </a:cubicBezTo>
                    <a:cubicBezTo>
                      <a:pt x="0" y="979"/>
                      <a:pt x="30" y="1012"/>
                      <a:pt x="68" y="1012"/>
                    </a:cubicBezTo>
                    <a:cubicBezTo>
                      <a:pt x="253" y="1012"/>
                      <a:pt x="253" y="1012"/>
                      <a:pt x="253" y="1012"/>
                    </a:cubicBezTo>
                    <a:cubicBezTo>
                      <a:pt x="290" y="1012"/>
                      <a:pt x="321" y="979"/>
                      <a:pt x="321" y="939"/>
                    </a:cubicBezTo>
                    <a:cubicBezTo>
                      <a:pt x="321" y="72"/>
                      <a:pt x="321" y="72"/>
                      <a:pt x="321" y="72"/>
                    </a:cubicBezTo>
                    <a:cubicBezTo>
                      <a:pt x="321" y="32"/>
                      <a:pt x="290" y="0"/>
                      <a:pt x="253" y="0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30" y="0"/>
                      <a:pt x="0" y="32"/>
                      <a:pt x="0" y="72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</p:grpSp>
      </p:grpSp>
      <p:sp>
        <p:nvSpPr>
          <p:cNvPr id="57" name="Rechteck 56">
            <a:extLst>
              <a:ext uri="{FF2B5EF4-FFF2-40B4-BE49-F238E27FC236}">
                <a16:creationId xmlns:a16="http://schemas.microsoft.com/office/drawing/2014/main" id="{CB791438-5849-CDFE-FE4F-A4200BCA3597}"/>
              </a:ext>
            </a:extLst>
          </p:cNvPr>
          <p:cNvSpPr/>
          <p:nvPr userDrawn="1"/>
        </p:nvSpPr>
        <p:spPr>
          <a:xfrm>
            <a:off x="438248" y="5558300"/>
            <a:ext cx="1013419" cy="3421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0000"/>
              </a:lnSpc>
              <a:spcBef>
                <a:spcPts val="200"/>
              </a:spcBef>
              <a:spcAft>
                <a:spcPts val="100"/>
              </a:spcAft>
              <a:buClr>
                <a:srgbClr val="0060A9"/>
              </a:buClr>
              <a:buSzTx/>
              <a:buFontTx/>
              <a:buNone/>
              <a:tabLst/>
              <a:defRPr/>
            </a:pPr>
            <a:r>
              <a:rPr kumimoji="0" lang="de-DE" sz="1600" b="1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</a:rPr>
              <a:t>Nutzen</a:t>
            </a:r>
            <a:endParaRPr kumimoji="0" lang="de-DE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/>
            </a:endParaRPr>
          </a:p>
        </p:txBody>
      </p:sp>
      <p:sp>
        <p:nvSpPr>
          <p:cNvPr id="58" name="Bildplatzhalter 163">
            <a:extLst>
              <a:ext uri="{FF2B5EF4-FFF2-40B4-BE49-F238E27FC236}">
                <a16:creationId xmlns:a16="http://schemas.microsoft.com/office/drawing/2014/main" id="{9C216230-A84D-A55A-390E-AE6B4E7EFCA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8893" y="881063"/>
            <a:ext cx="3709095" cy="2109787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8858FD78-63B3-E9C1-DC36-34D329E28790}"/>
              </a:ext>
            </a:extLst>
          </p:cNvPr>
          <p:cNvGrpSpPr/>
          <p:nvPr userDrawn="1"/>
        </p:nvGrpSpPr>
        <p:grpSpPr>
          <a:xfrm>
            <a:off x="288477" y="3415139"/>
            <a:ext cx="800101" cy="572561"/>
            <a:chOff x="433790" y="3511176"/>
            <a:chExt cx="800101" cy="572561"/>
          </a:xfrm>
        </p:grpSpPr>
        <p:grpSp>
          <p:nvGrpSpPr>
            <p:cNvPr id="60" name="Gruppieren 59">
              <a:extLst>
                <a:ext uri="{FF2B5EF4-FFF2-40B4-BE49-F238E27FC236}">
                  <a16:creationId xmlns:a16="http://schemas.microsoft.com/office/drawing/2014/main" id="{37FC0233-1835-0E54-51DC-1D37AEB0B9C0}"/>
                </a:ext>
              </a:extLst>
            </p:cNvPr>
            <p:cNvGrpSpPr/>
            <p:nvPr/>
          </p:nvGrpSpPr>
          <p:grpSpPr>
            <a:xfrm>
              <a:off x="433790" y="3511176"/>
              <a:ext cx="800101" cy="572561"/>
              <a:chOff x="4440238" y="2614613"/>
              <a:chExt cx="1027112" cy="735012"/>
            </a:xfrm>
          </p:grpSpPr>
          <p:sp>
            <p:nvSpPr>
              <p:cNvPr id="66" name="Freeform 32">
                <a:extLst>
                  <a:ext uri="{FF2B5EF4-FFF2-40B4-BE49-F238E27FC236}">
                    <a16:creationId xmlns:a16="http://schemas.microsoft.com/office/drawing/2014/main" id="{F95C2C77-4AF9-6C10-1EC8-D246A7A61A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0238" y="2614613"/>
                <a:ext cx="1027112" cy="735012"/>
              </a:xfrm>
              <a:custGeom>
                <a:avLst/>
                <a:gdLst>
                  <a:gd name="T0" fmla="*/ 272 w 274"/>
                  <a:gd name="T1" fmla="*/ 169 h 196"/>
                  <a:gd name="T2" fmla="*/ 260 w 274"/>
                  <a:gd name="T3" fmla="*/ 154 h 196"/>
                  <a:gd name="T4" fmla="*/ 257 w 274"/>
                  <a:gd name="T5" fmla="*/ 145 h 196"/>
                  <a:gd name="T6" fmla="*/ 257 w 274"/>
                  <a:gd name="T7" fmla="*/ 24 h 196"/>
                  <a:gd name="T8" fmla="*/ 233 w 274"/>
                  <a:gd name="T9" fmla="*/ 0 h 196"/>
                  <a:gd name="T10" fmla="*/ 41 w 274"/>
                  <a:gd name="T11" fmla="*/ 0 h 196"/>
                  <a:gd name="T12" fmla="*/ 17 w 274"/>
                  <a:gd name="T13" fmla="*/ 24 h 196"/>
                  <a:gd name="T14" fmla="*/ 17 w 274"/>
                  <a:gd name="T15" fmla="*/ 145 h 196"/>
                  <a:gd name="T16" fmla="*/ 14 w 274"/>
                  <a:gd name="T17" fmla="*/ 154 h 196"/>
                  <a:gd name="T18" fmla="*/ 1 w 274"/>
                  <a:gd name="T19" fmla="*/ 169 h 196"/>
                  <a:gd name="T20" fmla="*/ 0 w 274"/>
                  <a:gd name="T21" fmla="*/ 173 h 196"/>
                  <a:gd name="T22" fmla="*/ 0 w 274"/>
                  <a:gd name="T23" fmla="*/ 180 h 196"/>
                  <a:gd name="T24" fmla="*/ 16 w 274"/>
                  <a:gd name="T25" fmla="*/ 196 h 196"/>
                  <a:gd name="T26" fmla="*/ 257 w 274"/>
                  <a:gd name="T27" fmla="*/ 196 h 196"/>
                  <a:gd name="T28" fmla="*/ 274 w 274"/>
                  <a:gd name="T29" fmla="*/ 180 h 196"/>
                  <a:gd name="T30" fmla="*/ 274 w 274"/>
                  <a:gd name="T31" fmla="*/ 173 h 196"/>
                  <a:gd name="T32" fmla="*/ 272 w 274"/>
                  <a:gd name="T33" fmla="*/ 169 h 1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74" h="196">
                    <a:moveTo>
                      <a:pt x="272" y="169"/>
                    </a:moveTo>
                    <a:cubicBezTo>
                      <a:pt x="260" y="154"/>
                      <a:pt x="260" y="154"/>
                      <a:pt x="260" y="154"/>
                    </a:cubicBezTo>
                    <a:cubicBezTo>
                      <a:pt x="258" y="151"/>
                      <a:pt x="257" y="148"/>
                      <a:pt x="257" y="145"/>
                    </a:cubicBezTo>
                    <a:cubicBezTo>
                      <a:pt x="257" y="24"/>
                      <a:pt x="257" y="24"/>
                      <a:pt x="257" y="24"/>
                    </a:cubicBezTo>
                    <a:cubicBezTo>
                      <a:pt x="257" y="11"/>
                      <a:pt x="246" y="0"/>
                      <a:pt x="233" y="0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27" y="0"/>
                      <a:pt x="17" y="11"/>
                      <a:pt x="17" y="24"/>
                    </a:cubicBezTo>
                    <a:cubicBezTo>
                      <a:pt x="17" y="145"/>
                      <a:pt x="17" y="145"/>
                      <a:pt x="17" y="145"/>
                    </a:cubicBezTo>
                    <a:cubicBezTo>
                      <a:pt x="17" y="148"/>
                      <a:pt x="16" y="151"/>
                      <a:pt x="14" y="154"/>
                    </a:cubicBezTo>
                    <a:cubicBezTo>
                      <a:pt x="1" y="169"/>
                      <a:pt x="1" y="169"/>
                      <a:pt x="1" y="169"/>
                    </a:cubicBezTo>
                    <a:cubicBezTo>
                      <a:pt x="0" y="170"/>
                      <a:pt x="0" y="171"/>
                      <a:pt x="0" y="173"/>
                    </a:cubicBezTo>
                    <a:cubicBezTo>
                      <a:pt x="0" y="180"/>
                      <a:pt x="0" y="180"/>
                      <a:pt x="0" y="180"/>
                    </a:cubicBezTo>
                    <a:cubicBezTo>
                      <a:pt x="0" y="189"/>
                      <a:pt x="7" y="196"/>
                      <a:pt x="16" y="196"/>
                    </a:cubicBezTo>
                    <a:cubicBezTo>
                      <a:pt x="257" y="196"/>
                      <a:pt x="257" y="196"/>
                      <a:pt x="257" y="196"/>
                    </a:cubicBezTo>
                    <a:cubicBezTo>
                      <a:pt x="266" y="196"/>
                      <a:pt x="274" y="189"/>
                      <a:pt x="274" y="180"/>
                    </a:cubicBezTo>
                    <a:cubicBezTo>
                      <a:pt x="274" y="173"/>
                      <a:pt x="274" y="173"/>
                      <a:pt x="274" y="173"/>
                    </a:cubicBezTo>
                    <a:cubicBezTo>
                      <a:pt x="274" y="171"/>
                      <a:pt x="273" y="170"/>
                      <a:pt x="272" y="169"/>
                    </a:cubicBezTo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67" name="Freeform 33">
                <a:extLst>
                  <a:ext uri="{FF2B5EF4-FFF2-40B4-BE49-F238E27FC236}">
                    <a16:creationId xmlns:a16="http://schemas.microsoft.com/office/drawing/2014/main" id="{8E87A7BD-54D9-ACC5-4246-FF27E69B71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6163" y="3255963"/>
                <a:ext cx="195262" cy="38100"/>
              </a:xfrm>
              <a:custGeom>
                <a:avLst/>
                <a:gdLst>
                  <a:gd name="T0" fmla="*/ 52 w 52"/>
                  <a:gd name="T1" fmla="*/ 1 h 10"/>
                  <a:gd name="T2" fmla="*/ 43 w 52"/>
                  <a:gd name="T3" fmla="*/ 10 h 10"/>
                  <a:gd name="T4" fmla="*/ 8 w 52"/>
                  <a:gd name="T5" fmla="*/ 10 h 10"/>
                  <a:gd name="T6" fmla="*/ 0 w 52"/>
                  <a:gd name="T7" fmla="*/ 1 h 10"/>
                  <a:gd name="T8" fmla="*/ 0 w 52"/>
                  <a:gd name="T9" fmla="*/ 0 h 10"/>
                  <a:gd name="T10" fmla="*/ 52 w 52"/>
                  <a:gd name="T11" fmla="*/ 0 h 10"/>
                  <a:gd name="T12" fmla="*/ 52 w 52"/>
                  <a:gd name="T13" fmla="*/ 1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2" h="10">
                    <a:moveTo>
                      <a:pt x="52" y="1"/>
                    </a:moveTo>
                    <a:cubicBezTo>
                      <a:pt x="52" y="6"/>
                      <a:pt x="48" y="10"/>
                      <a:pt x="43" y="10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3" y="10"/>
                      <a:pt x="0" y="6"/>
                      <a:pt x="0" y="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2" y="0"/>
                      <a:pt x="52" y="0"/>
                      <a:pt x="52" y="0"/>
                    </a:cubicBezTo>
                    <a:lnTo>
                      <a:pt x="52" y="1"/>
                    </a:lnTo>
                    <a:close/>
                  </a:path>
                </a:pathLst>
              </a:custGeom>
              <a:solidFill>
                <a:srgbClr val="283F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68" name="Freeform 34">
                <a:extLst>
                  <a:ext uri="{FF2B5EF4-FFF2-40B4-BE49-F238E27FC236}">
                    <a16:creationId xmlns:a16="http://schemas.microsoft.com/office/drawing/2014/main" id="{A71EFEF6-7EFA-FD3C-5E2D-7670C5172A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9463" y="2705100"/>
                <a:ext cx="725487" cy="461962"/>
              </a:xfrm>
              <a:custGeom>
                <a:avLst/>
                <a:gdLst>
                  <a:gd name="T0" fmla="*/ 193 w 193"/>
                  <a:gd name="T1" fmla="*/ 123 h 123"/>
                  <a:gd name="T2" fmla="*/ 0 w 193"/>
                  <a:gd name="T3" fmla="*/ 123 h 123"/>
                  <a:gd name="T4" fmla="*/ 0 w 193"/>
                  <a:gd name="T5" fmla="*/ 0 h 123"/>
                  <a:gd name="T6" fmla="*/ 1 w 193"/>
                  <a:gd name="T7" fmla="*/ 0 h 123"/>
                  <a:gd name="T8" fmla="*/ 193 w 193"/>
                  <a:gd name="T9" fmla="*/ 0 h 123"/>
                  <a:gd name="T10" fmla="*/ 193 w 193"/>
                  <a:gd name="T11" fmla="*/ 0 h 123"/>
                  <a:gd name="T12" fmla="*/ 193 w 193"/>
                  <a:gd name="T13" fmla="*/ 123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3" h="123">
                    <a:moveTo>
                      <a:pt x="193" y="123"/>
                    </a:moveTo>
                    <a:cubicBezTo>
                      <a:pt x="0" y="123"/>
                      <a:pt x="0" y="123"/>
                      <a:pt x="0" y="12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1" y="0"/>
                    </a:cubicBezTo>
                    <a:cubicBezTo>
                      <a:pt x="193" y="0"/>
                      <a:pt x="193" y="0"/>
                      <a:pt x="193" y="0"/>
                    </a:cubicBezTo>
                    <a:cubicBezTo>
                      <a:pt x="193" y="0"/>
                      <a:pt x="193" y="0"/>
                      <a:pt x="193" y="0"/>
                    </a:cubicBezTo>
                    <a:lnTo>
                      <a:pt x="193" y="123"/>
                    </a:lnTo>
                    <a:close/>
                  </a:path>
                </a:pathLst>
              </a:custGeom>
              <a:solidFill>
                <a:srgbClr val="283F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61" name="Gruppieren 60">
              <a:extLst>
                <a:ext uri="{FF2B5EF4-FFF2-40B4-BE49-F238E27FC236}">
                  <a16:creationId xmlns:a16="http://schemas.microsoft.com/office/drawing/2014/main" id="{AC92508C-C4FE-1728-D6F5-E9C7947CA7B8}"/>
                </a:ext>
              </a:extLst>
            </p:cNvPr>
            <p:cNvGrpSpPr/>
            <p:nvPr/>
          </p:nvGrpSpPr>
          <p:grpSpPr>
            <a:xfrm>
              <a:off x="651727" y="3590303"/>
              <a:ext cx="350708" cy="352505"/>
              <a:chOff x="347662" y="4221088"/>
              <a:chExt cx="923923" cy="928659"/>
            </a:xfrm>
          </p:grpSpPr>
          <p:grpSp>
            <p:nvGrpSpPr>
              <p:cNvPr id="62" name="Gruppieren 61">
                <a:extLst>
                  <a:ext uri="{FF2B5EF4-FFF2-40B4-BE49-F238E27FC236}">
                    <a16:creationId xmlns:a16="http://schemas.microsoft.com/office/drawing/2014/main" id="{AAAAD799-477D-8EEA-E5AB-AEDA258DDBC0}"/>
                  </a:ext>
                </a:extLst>
              </p:cNvPr>
              <p:cNvGrpSpPr/>
              <p:nvPr/>
            </p:nvGrpSpPr>
            <p:grpSpPr>
              <a:xfrm rot="10800000">
                <a:off x="347662" y="4221088"/>
                <a:ext cx="923923" cy="701636"/>
                <a:chOff x="4359276" y="2976563"/>
                <a:chExt cx="1181099" cy="896938"/>
              </a:xfrm>
            </p:grpSpPr>
            <p:sp>
              <p:nvSpPr>
                <p:cNvPr id="64" name="Freeform 6">
                  <a:extLst>
                    <a:ext uri="{FF2B5EF4-FFF2-40B4-BE49-F238E27FC236}">
                      <a16:creationId xmlns:a16="http://schemas.microsoft.com/office/drawing/2014/main" id="{17595F93-D2C8-DE62-A149-B6790F5BB6C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786313" y="3119438"/>
                  <a:ext cx="754062" cy="754063"/>
                </a:xfrm>
                <a:custGeom>
                  <a:avLst/>
                  <a:gdLst>
                    <a:gd name="T0" fmla="*/ 73 w 201"/>
                    <a:gd name="T1" fmla="*/ 189 h 201"/>
                    <a:gd name="T2" fmla="*/ 81 w 201"/>
                    <a:gd name="T3" fmla="*/ 198 h 201"/>
                    <a:gd name="T4" fmla="*/ 102 w 201"/>
                    <a:gd name="T5" fmla="*/ 200 h 201"/>
                    <a:gd name="T6" fmla="*/ 112 w 201"/>
                    <a:gd name="T7" fmla="*/ 193 h 201"/>
                    <a:gd name="T8" fmla="*/ 115 w 201"/>
                    <a:gd name="T9" fmla="*/ 180 h 201"/>
                    <a:gd name="T10" fmla="*/ 134 w 201"/>
                    <a:gd name="T11" fmla="*/ 174 h 201"/>
                    <a:gd name="T12" fmla="*/ 144 w 201"/>
                    <a:gd name="T13" fmla="*/ 183 h 201"/>
                    <a:gd name="T14" fmla="*/ 156 w 201"/>
                    <a:gd name="T15" fmla="*/ 184 h 201"/>
                    <a:gd name="T16" fmla="*/ 172 w 201"/>
                    <a:gd name="T17" fmla="*/ 170 h 201"/>
                    <a:gd name="T18" fmla="*/ 174 w 201"/>
                    <a:gd name="T19" fmla="*/ 158 h 201"/>
                    <a:gd name="T20" fmla="*/ 167 w 201"/>
                    <a:gd name="T21" fmla="*/ 147 h 201"/>
                    <a:gd name="T22" fmla="*/ 178 w 201"/>
                    <a:gd name="T23" fmla="*/ 128 h 201"/>
                    <a:gd name="T24" fmla="*/ 190 w 201"/>
                    <a:gd name="T25" fmla="*/ 127 h 201"/>
                    <a:gd name="T26" fmla="*/ 199 w 201"/>
                    <a:gd name="T27" fmla="*/ 119 h 201"/>
                    <a:gd name="T28" fmla="*/ 201 w 201"/>
                    <a:gd name="T29" fmla="*/ 98 h 201"/>
                    <a:gd name="T30" fmla="*/ 193 w 201"/>
                    <a:gd name="T31" fmla="*/ 88 h 201"/>
                    <a:gd name="T32" fmla="*/ 181 w 201"/>
                    <a:gd name="T33" fmla="*/ 86 h 201"/>
                    <a:gd name="T34" fmla="*/ 175 w 201"/>
                    <a:gd name="T35" fmla="*/ 65 h 201"/>
                    <a:gd name="T36" fmla="*/ 183 w 201"/>
                    <a:gd name="T37" fmla="*/ 56 h 201"/>
                    <a:gd name="T38" fmla="*/ 183 w 201"/>
                    <a:gd name="T39" fmla="*/ 44 h 201"/>
                    <a:gd name="T40" fmla="*/ 170 w 201"/>
                    <a:gd name="T41" fmla="*/ 28 h 201"/>
                    <a:gd name="T42" fmla="*/ 158 w 201"/>
                    <a:gd name="T43" fmla="*/ 26 h 201"/>
                    <a:gd name="T44" fmla="*/ 147 w 201"/>
                    <a:gd name="T45" fmla="*/ 33 h 201"/>
                    <a:gd name="T46" fmla="*/ 129 w 201"/>
                    <a:gd name="T47" fmla="*/ 24 h 201"/>
                    <a:gd name="T48" fmla="*/ 129 w 201"/>
                    <a:gd name="T49" fmla="*/ 11 h 201"/>
                    <a:gd name="T50" fmla="*/ 120 w 201"/>
                    <a:gd name="T51" fmla="*/ 2 h 201"/>
                    <a:gd name="T52" fmla="*/ 99 w 201"/>
                    <a:gd name="T53" fmla="*/ 1 h 201"/>
                    <a:gd name="T54" fmla="*/ 89 w 201"/>
                    <a:gd name="T55" fmla="*/ 8 h 201"/>
                    <a:gd name="T56" fmla="*/ 87 w 201"/>
                    <a:gd name="T57" fmla="*/ 20 h 201"/>
                    <a:gd name="T58" fmla="*/ 67 w 201"/>
                    <a:gd name="T59" fmla="*/ 27 h 201"/>
                    <a:gd name="T60" fmla="*/ 57 w 201"/>
                    <a:gd name="T61" fmla="*/ 18 h 201"/>
                    <a:gd name="T62" fmla="*/ 45 w 201"/>
                    <a:gd name="T63" fmla="*/ 17 h 201"/>
                    <a:gd name="T64" fmla="*/ 29 w 201"/>
                    <a:gd name="T65" fmla="*/ 31 h 201"/>
                    <a:gd name="T66" fmla="*/ 27 w 201"/>
                    <a:gd name="T67" fmla="*/ 43 h 201"/>
                    <a:gd name="T68" fmla="*/ 35 w 201"/>
                    <a:gd name="T69" fmla="*/ 54 h 201"/>
                    <a:gd name="T70" fmla="*/ 25 w 201"/>
                    <a:gd name="T71" fmla="*/ 73 h 201"/>
                    <a:gd name="T72" fmla="*/ 11 w 201"/>
                    <a:gd name="T73" fmla="*/ 73 h 201"/>
                    <a:gd name="T74" fmla="*/ 3 w 201"/>
                    <a:gd name="T75" fmla="*/ 82 h 201"/>
                    <a:gd name="T76" fmla="*/ 1 w 201"/>
                    <a:gd name="T77" fmla="*/ 103 h 201"/>
                    <a:gd name="T78" fmla="*/ 8 w 201"/>
                    <a:gd name="T79" fmla="*/ 113 h 201"/>
                    <a:gd name="T80" fmla="*/ 22 w 201"/>
                    <a:gd name="T81" fmla="*/ 115 h 201"/>
                    <a:gd name="T82" fmla="*/ 28 w 201"/>
                    <a:gd name="T83" fmla="*/ 134 h 201"/>
                    <a:gd name="T84" fmla="*/ 18 w 201"/>
                    <a:gd name="T85" fmla="*/ 144 h 201"/>
                    <a:gd name="T86" fmla="*/ 18 w 201"/>
                    <a:gd name="T87" fmla="*/ 156 h 201"/>
                    <a:gd name="T88" fmla="*/ 32 w 201"/>
                    <a:gd name="T89" fmla="*/ 173 h 201"/>
                    <a:gd name="T90" fmla="*/ 44 w 201"/>
                    <a:gd name="T91" fmla="*/ 175 h 201"/>
                    <a:gd name="T92" fmla="*/ 56 w 201"/>
                    <a:gd name="T93" fmla="*/ 167 h 201"/>
                    <a:gd name="T94" fmla="*/ 72 w 201"/>
                    <a:gd name="T95" fmla="*/ 175 h 201"/>
                    <a:gd name="T96" fmla="*/ 73 w 201"/>
                    <a:gd name="T97" fmla="*/ 189 h 201"/>
                    <a:gd name="T98" fmla="*/ 137 w 201"/>
                    <a:gd name="T99" fmla="*/ 103 h 201"/>
                    <a:gd name="T100" fmla="*/ 98 w 201"/>
                    <a:gd name="T101" fmla="*/ 135 h 201"/>
                    <a:gd name="T102" fmla="*/ 66 w 201"/>
                    <a:gd name="T103" fmla="*/ 97 h 201"/>
                    <a:gd name="T104" fmla="*/ 105 w 201"/>
                    <a:gd name="T105" fmla="*/ 65 h 201"/>
                    <a:gd name="T106" fmla="*/ 137 w 201"/>
                    <a:gd name="T107" fmla="*/ 103 h 2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201" h="201">
                      <a:moveTo>
                        <a:pt x="73" y="189"/>
                      </a:moveTo>
                      <a:cubicBezTo>
                        <a:pt x="73" y="194"/>
                        <a:pt x="76" y="198"/>
                        <a:pt x="81" y="198"/>
                      </a:cubicBezTo>
                      <a:cubicBezTo>
                        <a:pt x="102" y="200"/>
                        <a:pt x="102" y="200"/>
                        <a:pt x="102" y="200"/>
                      </a:cubicBezTo>
                      <a:cubicBezTo>
                        <a:pt x="107" y="201"/>
                        <a:pt x="111" y="197"/>
                        <a:pt x="112" y="193"/>
                      </a:cubicBezTo>
                      <a:cubicBezTo>
                        <a:pt x="115" y="180"/>
                        <a:pt x="115" y="180"/>
                        <a:pt x="115" y="180"/>
                      </a:cubicBezTo>
                      <a:cubicBezTo>
                        <a:pt x="121" y="179"/>
                        <a:pt x="128" y="177"/>
                        <a:pt x="134" y="174"/>
                      </a:cubicBezTo>
                      <a:cubicBezTo>
                        <a:pt x="144" y="183"/>
                        <a:pt x="144" y="183"/>
                        <a:pt x="144" y="183"/>
                      </a:cubicBezTo>
                      <a:cubicBezTo>
                        <a:pt x="147" y="186"/>
                        <a:pt x="153" y="186"/>
                        <a:pt x="156" y="184"/>
                      </a:cubicBezTo>
                      <a:cubicBezTo>
                        <a:pt x="172" y="170"/>
                        <a:pt x="172" y="170"/>
                        <a:pt x="172" y="170"/>
                      </a:cubicBezTo>
                      <a:cubicBezTo>
                        <a:pt x="176" y="167"/>
                        <a:pt x="177" y="162"/>
                        <a:pt x="174" y="158"/>
                      </a:cubicBezTo>
                      <a:cubicBezTo>
                        <a:pt x="167" y="147"/>
                        <a:pt x="167" y="147"/>
                        <a:pt x="167" y="147"/>
                      </a:cubicBezTo>
                      <a:cubicBezTo>
                        <a:pt x="172" y="141"/>
                        <a:pt x="175" y="135"/>
                        <a:pt x="178" y="128"/>
                      </a:cubicBezTo>
                      <a:cubicBezTo>
                        <a:pt x="190" y="127"/>
                        <a:pt x="190" y="127"/>
                        <a:pt x="190" y="127"/>
                      </a:cubicBezTo>
                      <a:cubicBezTo>
                        <a:pt x="195" y="127"/>
                        <a:pt x="198" y="124"/>
                        <a:pt x="199" y="119"/>
                      </a:cubicBezTo>
                      <a:cubicBezTo>
                        <a:pt x="201" y="98"/>
                        <a:pt x="201" y="98"/>
                        <a:pt x="201" y="98"/>
                      </a:cubicBezTo>
                      <a:cubicBezTo>
                        <a:pt x="201" y="93"/>
                        <a:pt x="198" y="89"/>
                        <a:pt x="193" y="88"/>
                      </a:cubicBezTo>
                      <a:cubicBezTo>
                        <a:pt x="181" y="86"/>
                        <a:pt x="181" y="86"/>
                        <a:pt x="181" y="86"/>
                      </a:cubicBezTo>
                      <a:cubicBezTo>
                        <a:pt x="180" y="78"/>
                        <a:pt x="178" y="72"/>
                        <a:pt x="175" y="65"/>
                      </a:cubicBezTo>
                      <a:cubicBezTo>
                        <a:pt x="183" y="56"/>
                        <a:pt x="183" y="56"/>
                        <a:pt x="183" y="56"/>
                      </a:cubicBezTo>
                      <a:cubicBezTo>
                        <a:pt x="186" y="53"/>
                        <a:pt x="186" y="48"/>
                        <a:pt x="183" y="44"/>
                      </a:cubicBezTo>
                      <a:cubicBezTo>
                        <a:pt x="170" y="28"/>
                        <a:pt x="170" y="28"/>
                        <a:pt x="170" y="28"/>
                      </a:cubicBezTo>
                      <a:cubicBezTo>
                        <a:pt x="167" y="24"/>
                        <a:pt x="161" y="24"/>
                        <a:pt x="158" y="26"/>
                      </a:cubicBezTo>
                      <a:cubicBezTo>
                        <a:pt x="147" y="33"/>
                        <a:pt x="147" y="33"/>
                        <a:pt x="147" y="33"/>
                      </a:cubicBezTo>
                      <a:cubicBezTo>
                        <a:pt x="142" y="29"/>
                        <a:pt x="135" y="26"/>
                        <a:pt x="129" y="24"/>
                      </a:cubicBezTo>
                      <a:cubicBezTo>
                        <a:pt x="129" y="11"/>
                        <a:pt x="129" y="11"/>
                        <a:pt x="129" y="11"/>
                      </a:cubicBezTo>
                      <a:cubicBezTo>
                        <a:pt x="129" y="7"/>
                        <a:pt x="125" y="3"/>
                        <a:pt x="120" y="2"/>
                      </a:cubicBezTo>
                      <a:cubicBezTo>
                        <a:pt x="99" y="1"/>
                        <a:pt x="99" y="1"/>
                        <a:pt x="99" y="1"/>
                      </a:cubicBezTo>
                      <a:cubicBezTo>
                        <a:pt x="94" y="0"/>
                        <a:pt x="90" y="3"/>
                        <a:pt x="89" y="8"/>
                      </a:cubicBezTo>
                      <a:cubicBezTo>
                        <a:pt x="87" y="20"/>
                        <a:pt x="87" y="20"/>
                        <a:pt x="87" y="20"/>
                      </a:cubicBezTo>
                      <a:cubicBezTo>
                        <a:pt x="80" y="22"/>
                        <a:pt x="73" y="24"/>
                        <a:pt x="67" y="27"/>
                      </a:cubicBezTo>
                      <a:cubicBezTo>
                        <a:pt x="57" y="18"/>
                        <a:pt x="57" y="18"/>
                        <a:pt x="57" y="18"/>
                      </a:cubicBezTo>
                      <a:cubicBezTo>
                        <a:pt x="54" y="14"/>
                        <a:pt x="49" y="14"/>
                        <a:pt x="45" y="17"/>
                      </a:cubicBezTo>
                      <a:cubicBezTo>
                        <a:pt x="29" y="31"/>
                        <a:pt x="29" y="31"/>
                        <a:pt x="29" y="31"/>
                      </a:cubicBezTo>
                      <a:cubicBezTo>
                        <a:pt x="25" y="34"/>
                        <a:pt x="25" y="39"/>
                        <a:pt x="27" y="43"/>
                      </a:cubicBezTo>
                      <a:cubicBezTo>
                        <a:pt x="35" y="54"/>
                        <a:pt x="35" y="54"/>
                        <a:pt x="35" y="54"/>
                      </a:cubicBezTo>
                      <a:cubicBezTo>
                        <a:pt x="31" y="60"/>
                        <a:pt x="28" y="66"/>
                        <a:pt x="25" y="73"/>
                      </a:cubicBezTo>
                      <a:cubicBezTo>
                        <a:pt x="11" y="73"/>
                        <a:pt x="11" y="73"/>
                        <a:pt x="11" y="73"/>
                      </a:cubicBezTo>
                      <a:cubicBezTo>
                        <a:pt x="7" y="73"/>
                        <a:pt x="3" y="77"/>
                        <a:pt x="3" y="82"/>
                      </a:cubicBezTo>
                      <a:cubicBezTo>
                        <a:pt x="1" y="103"/>
                        <a:pt x="1" y="103"/>
                        <a:pt x="1" y="103"/>
                      </a:cubicBezTo>
                      <a:cubicBezTo>
                        <a:pt x="0" y="107"/>
                        <a:pt x="4" y="112"/>
                        <a:pt x="8" y="113"/>
                      </a:cubicBezTo>
                      <a:cubicBezTo>
                        <a:pt x="22" y="115"/>
                        <a:pt x="22" y="115"/>
                        <a:pt x="22" y="115"/>
                      </a:cubicBezTo>
                      <a:cubicBezTo>
                        <a:pt x="23" y="122"/>
                        <a:pt x="25" y="128"/>
                        <a:pt x="28" y="134"/>
                      </a:cubicBezTo>
                      <a:cubicBezTo>
                        <a:pt x="18" y="144"/>
                        <a:pt x="18" y="144"/>
                        <a:pt x="18" y="144"/>
                      </a:cubicBezTo>
                      <a:cubicBezTo>
                        <a:pt x="15" y="148"/>
                        <a:pt x="15" y="153"/>
                        <a:pt x="18" y="156"/>
                      </a:cubicBezTo>
                      <a:cubicBezTo>
                        <a:pt x="32" y="173"/>
                        <a:pt x="32" y="173"/>
                        <a:pt x="32" y="173"/>
                      </a:cubicBezTo>
                      <a:cubicBezTo>
                        <a:pt x="35" y="176"/>
                        <a:pt x="40" y="177"/>
                        <a:pt x="44" y="175"/>
                      </a:cubicBezTo>
                      <a:cubicBezTo>
                        <a:pt x="56" y="167"/>
                        <a:pt x="56" y="167"/>
                        <a:pt x="56" y="167"/>
                      </a:cubicBezTo>
                      <a:cubicBezTo>
                        <a:pt x="61" y="170"/>
                        <a:pt x="66" y="173"/>
                        <a:pt x="72" y="175"/>
                      </a:cubicBezTo>
                      <a:lnTo>
                        <a:pt x="73" y="189"/>
                      </a:lnTo>
                      <a:close/>
                      <a:moveTo>
                        <a:pt x="137" y="103"/>
                      </a:moveTo>
                      <a:cubicBezTo>
                        <a:pt x="135" y="122"/>
                        <a:pt x="118" y="137"/>
                        <a:pt x="98" y="135"/>
                      </a:cubicBezTo>
                      <a:cubicBezTo>
                        <a:pt x="79" y="134"/>
                        <a:pt x="64" y="116"/>
                        <a:pt x="66" y="97"/>
                      </a:cubicBezTo>
                      <a:cubicBezTo>
                        <a:pt x="68" y="77"/>
                        <a:pt x="85" y="63"/>
                        <a:pt x="105" y="65"/>
                      </a:cubicBezTo>
                      <a:cubicBezTo>
                        <a:pt x="124" y="66"/>
                        <a:pt x="139" y="84"/>
                        <a:pt x="137" y="103"/>
                      </a:cubicBezTo>
                    </a:path>
                  </a:pathLst>
                </a:cu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cs typeface="Arial" charset="0"/>
                  </a:endParaRPr>
                </a:p>
              </p:txBody>
            </p:sp>
            <p:sp>
              <p:nvSpPr>
                <p:cNvPr id="65" name="Freeform 7">
                  <a:extLst>
                    <a:ext uri="{FF2B5EF4-FFF2-40B4-BE49-F238E27FC236}">
                      <a16:creationId xmlns:a16="http://schemas.microsoft.com/office/drawing/2014/main" id="{1871EDC9-F318-2EE9-E0DB-A7740C167E8B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359276" y="2976563"/>
                  <a:ext cx="514350" cy="511175"/>
                </a:xfrm>
                <a:custGeom>
                  <a:avLst/>
                  <a:gdLst>
                    <a:gd name="T0" fmla="*/ 130 w 137"/>
                    <a:gd name="T1" fmla="*/ 35 h 136"/>
                    <a:gd name="T2" fmla="*/ 121 w 137"/>
                    <a:gd name="T3" fmla="*/ 31 h 136"/>
                    <a:gd name="T4" fmla="*/ 113 w 137"/>
                    <a:gd name="T5" fmla="*/ 33 h 136"/>
                    <a:gd name="T6" fmla="*/ 103 w 137"/>
                    <a:gd name="T7" fmla="*/ 23 h 136"/>
                    <a:gd name="T8" fmla="*/ 105 w 137"/>
                    <a:gd name="T9" fmla="*/ 16 h 136"/>
                    <a:gd name="T10" fmla="*/ 101 w 137"/>
                    <a:gd name="T11" fmla="*/ 7 h 136"/>
                    <a:gd name="T12" fmla="*/ 89 w 137"/>
                    <a:gd name="T13" fmla="*/ 2 h 136"/>
                    <a:gd name="T14" fmla="*/ 80 w 137"/>
                    <a:gd name="T15" fmla="*/ 5 h 136"/>
                    <a:gd name="T16" fmla="*/ 76 w 137"/>
                    <a:gd name="T17" fmla="*/ 12 h 136"/>
                    <a:gd name="T18" fmla="*/ 61 w 137"/>
                    <a:gd name="T19" fmla="*/ 12 h 136"/>
                    <a:gd name="T20" fmla="*/ 57 w 137"/>
                    <a:gd name="T21" fmla="*/ 5 h 136"/>
                    <a:gd name="T22" fmla="*/ 48 w 137"/>
                    <a:gd name="T23" fmla="*/ 2 h 136"/>
                    <a:gd name="T24" fmla="*/ 36 w 137"/>
                    <a:gd name="T25" fmla="*/ 7 h 136"/>
                    <a:gd name="T26" fmla="*/ 32 w 137"/>
                    <a:gd name="T27" fmla="*/ 16 h 136"/>
                    <a:gd name="T28" fmla="*/ 34 w 137"/>
                    <a:gd name="T29" fmla="*/ 24 h 136"/>
                    <a:gd name="T30" fmla="*/ 24 w 137"/>
                    <a:gd name="T31" fmla="*/ 34 h 136"/>
                    <a:gd name="T32" fmla="*/ 16 w 137"/>
                    <a:gd name="T33" fmla="*/ 32 h 136"/>
                    <a:gd name="T34" fmla="*/ 7 w 137"/>
                    <a:gd name="T35" fmla="*/ 37 h 136"/>
                    <a:gd name="T36" fmla="*/ 2 w 137"/>
                    <a:gd name="T37" fmla="*/ 48 h 136"/>
                    <a:gd name="T38" fmla="*/ 5 w 137"/>
                    <a:gd name="T39" fmla="*/ 58 h 136"/>
                    <a:gd name="T40" fmla="*/ 13 w 137"/>
                    <a:gd name="T41" fmla="*/ 62 h 136"/>
                    <a:gd name="T42" fmla="*/ 13 w 137"/>
                    <a:gd name="T43" fmla="*/ 76 h 136"/>
                    <a:gd name="T44" fmla="*/ 6 w 137"/>
                    <a:gd name="T45" fmla="*/ 80 h 136"/>
                    <a:gd name="T46" fmla="*/ 2 w 137"/>
                    <a:gd name="T47" fmla="*/ 90 h 136"/>
                    <a:gd name="T48" fmla="*/ 7 w 137"/>
                    <a:gd name="T49" fmla="*/ 101 h 136"/>
                    <a:gd name="T50" fmla="*/ 16 w 137"/>
                    <a:gd name="T51" fmla="*/ 106 h 136"/>
                    <a:gd name="T52" fmla="*/ 25 w 137"/>
                    <a:gd name="T53" fmla="*/ 103 h 136"/>
                    <a:gd name="T54" fmla="*/ 34 w 137"/>
                    <a:gd name="T55" fmla="*/ 113 h 136"/>
                    <a:gd name="T56" fmla="*/ 32 w 137"/>
                    <a:gd name="T57" fmla="*/ 121 h 136"/>
                    <a:gd name="T58" fmla="*/ 36 w 137"/>
                    <a:gd name="T59" fmla="*/ 130 h 136"/>
                    <a:gd name="T60" fmla="*/ 48 w 137"/>
                    <a:gd name="T61" fmla="*/ 135 h 136"/>
                    <a:gd name="T62" fmla="*/ 58 w 137"/>
                    <a:gd name="T63" fmla="*/ 131 h 136"/>
                    <a:gd name="T64" fmla="*/ 62 w 137"/>
                    <a:gd name="T65" fmla="*/ 124 h 136"/>
                    <a:gd name="T66" fmla="*/ 76 w 137"/>
                    <a:gd name="T67" fmla="*/ 125 h 136"/>
                    <a:gd name="T68" fmla="*/ 80 w 137"/>
                    <a:gd name="T69" fmla="*/ 132 h 136"/>
                    <a:gd name="T70" fmla="*/ 89 w 137"/>
                    <a:gd name="T71" fmla="*/ 135 h 136"/>
                    <a:gd name="T72" fmla="*/ 101 w 137"/>
                    <a:gd name="T73" fmla="*/ 130 h 136"/>
                    <a:gd name="T74" fmla="*/ 105 w 137"/>
                    <a:gd name="T75" fmla="*/ 121 h 136"/>
                    <a:gd name="T76" fmla="*/ 103 w 137"/>
                    <a:gd name="T77" fmla="*/ 113 h 136"/>
                    <a:gd name="T78" fmla="*/ 114 w 137"/>
                    <a:gd name="T79" fmla="*/ 103 h 136"/>
                    <a:gd name="T80" fmla="*/ 121 w 137"/>
                    <a:gd name="T81" fmla="*/ 105 h 136"/>
                    <a:gd name="T82" fmla="*/ 131 w 137"/>
                    <a:gd name="T83" fmla="*/ 100 h 136"/>
                    <a:gd name="T84" fmla="*/ 135 w 137"/>
                    <a:gd name="T85" fmla="*/ 88 h 136"/>
                    <a:gd name="T86" fmla="*/ 132 w 137"/>
                    <a:gd name="T87" fmla="*/ 79 h 136"/>
                    <a:gd name="T88" fmla="*/ 125 w 137"/>
                    <a:gd name="T89" fmla="*/ 75 h 136"/>
                    <a:gd name="T90" fmla="*/ 125 w 137"/>
                    <a:gd name="T91" fmla="*/ 60 h 136"/>
                    <a:gd name="T92" fmla="*/ 132 w 137"/>
                    <a:gd name="T93" fmla="*/ 57 h 136"/>
                    <a:gd name="T94" fmla="*/ 135 w 137"/>
                    <a:gd name="T95" fmla="*/ 47 h 136"/>
                    <a:gd name="T96" fmla="*/ 130 w 137"/>
                    <a:gd name="T97" fmla="*/ 35 h 136"/>
                    <a:gd name="T98" fmla="*/ 46 w 137"/>
                    <a:gd name="T99" fmla="*/ 59 h 136"/>
                    <a:gd name="T100" fmla="*/ 79 w 137"/>
                    <a:gd name="T101" fmla="*/ 45 h 136"/>
                    <a:gd name="T102" fmla="*/ 92 w 137"/>
                    <a:gd name="T103" fmla="*/ 78 h 136"/>
                    <a:gd name="T104" fmla="*/ 60 w 137"/>
                    <a:gd name="T105" fmla="*/ 91 h 136"/>
                    <a:gd name="T106" fmla="*/ 46 w 137"/>
                    <a:gd name="T107" fmla="*/ 59 h 1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</a:cxnLst>
                  <a:rect l="0" t="0" r="r" b="b"/>
                  <a:pathLst>
                    <a:path w="137" h="136">
                      <a:moveTo>
                        <a:pt x="130" y="35"/>
                      </a:moveTo>
                      <a:cubicBezTo>
                        <a:pt x="128" y="32"/>
                        <a:pt x="125" y="30"/>
                        <a:pt x="121" y="31"/>
                      </a:cubicBezTo>
                      <a:cubicBezTo>
                        <a:pt x="113" y="33"/>
                        <a:pt x="113" y="33"/>
                        <a:pt x="113" y="33"/>
                      </a:cubicBezTo>
                      <a:cubicBezTo>
                        <a:pt x="111" y="30"/>
                        <a:pt x="107" y="26"/>
                        <a:pt x="103" y="23"/>
                      </a:cubicBezTo>
                      <a:cubicBezTo>
                        <a:pt x="105" y="16"/>
                        <a:pt x="105" y="16"/>
                        <a:pt x="105" y="16"/>
                      </a:cubicBezTo>
                      <a:cubicBezTo>
                        <a:pt x="106" y="12"/>
                        <a:pt x="105" y="8"/>
                        <a:pt x="101" y="7"/>
                      </a:cubicBezTo>
                      <a:cubicBezTo>
                        <a:pt x="89" y="2"/>
                        <a:pt x="89" y="2"/>
                        <a:pt x="89" y="2"/>
                      </a:cubicBezTo>
                      <a:cubicBezTo>
                        <a:pt x="86" y="1"/>
                        <a:pt x="81" y="2"/>
                        <a:pt x="80" y="5"/>
                      </a:cubicBezTo>
                      <a:cubicBezTo>
                        <a:pt x="76" y="12"/>
                        <a:pt x="76" y="12"/>
                        <a:pt x="76" y="12"/>
                      </a:cubicBezTo>
                      <a:cubicBezTo>
                        <a:pt x="71" y="12"/>
                        <a:pt x="66" y="12"/>
                        <a:pt x="61" y="12"/>
                      </a:cubicBezTo>
                      <a:cubicBezTo>
                        <a:pt x="57" y="5"/>
                        <a:pt x="57" y="5"/>
                        <a:pt x="57" y="5"/>
                      </a:cubicBezTo>
                      <a:cubicBezTo>
                        <a:pt x="56" y="2"/>
                        <a:pt x="51" y="0"/>
                        <a:pt x="48" y="2"/>
                      </a:cubicBezTo>
                      <a:cubicBezTo>
                        <a:pt x="36" y="7"/>
                        <a:pt x="36" y="7"/>
                        <a:pt x="36" y="7"/>
                      </a:cubicBezTo>
                      <a:cubicBezTo>
                        <a:pt x="33" y="8"/>
                        <a:pt x="31" y="12"/>
                        <a:pt x="32" y="16"/>
                      </a:cubicBezTo>
                      <a:cubicBezTo>
                        <a:pt x="34" y="24"/>
                        <a:pt x="34" y="24"/>
                        <a:pt x="34" y="24"/>
                      </a:cubicBezTo>
                      <a:cubicBezTo>
                        <a:pt x="30" y="27"/>
                        <a:pt x="27" y="31"/>
                        <a:pt x="24" y="34"/>
                      </a:cubicBezTo>
                      <a:cubicBezTo>
                        <a:pt x="16" y="32"/>
                        <a:pt x="16" y="32"/>
                        <a:pt x="16" y="32"/>
                      </a:cubicBezTo>
                      <a:cubicBezTo>
                        <a:pt x="12" y="31"/>
                        <a:pt x="8" y="33"/>
                        <a:pt x="7" y="37"/>
                      </a:cubicBezTo>
                      <a:cubicBezTo>
                        <a:pt x="2" y="48"/>
                        <a:pt x="2" y="48"/>
                        <a:pt x="2" y="48"/>
                      </a:cubicBezTo>
                      <a:cubicBezTo>
                        <a:pt x="0" y="52"/>
                        <a:pt x="2" y="56"/>
                        <a:pt x="5" y="58"/>
                      </a:cubicBezTo>
                      <a:cubicBezTo>
                        <a:pt x="13" y="62"/>
                        <a:pt x="13" y="62"/>
                        <a:pt x="13" y="62"/>
                      </a:cubicBezTo>
                      <a:cubicBezTo>
                        <a:pt x="13" y="67"/>
                        <a:pt x="13" y="71"/>
                        <a:pt x="13" y="76"/>
                      </a:cubicBezTo>
                      <a:cubicBezTo>
                        <a:pt x="6" y="80"/>
                        <a:pt x="6" y="80"/>
                        <a:pt x="6" y="80"/>
                      </a:cubicBezTo>
                      <a:cubicBezTo>
                        <a:pt x="2" y="82"/>
                        <a:pt x="1" y="86"/>
                        <a:pt x="2" y="90"/>
                      </a:cubicBezTo>
                      <a:cubicBezTo>
                        <a:pt x="7" y="101"/>
                        <a:pt x="7" y="101"/>
                        <a:pt x="7" y="101"/>
                      </a:cubicBezTo>
                      <a:cubicBezTo>
                        <a:pt x="9" y="105"/>
                        <a:pt x="13" y="107"/>
                        <a:pt x="16" y="106"/>
                      </a:cubicBezTo>
                      <a:cubicBezTo>
                        <a:pt x="25" y="103"/>
                        <a:pt x="25" y="103"/>
                        <a:pt x="25" y="103"/>
                      </a:cubicBezTo>
                      <a:cubicBezTo>
                        <a:pt x="28" y="107"/>
                        <a:pt x="31" y="110"/>
                        <a:pt x="34" y="113"/>
                      </a:cubicBezTo>
                      <a:cubicBezTo>
                        <a:pt x="32" y="121"/>
                        <a:pt x="32" y="121"/>
                        <a:pt x="32" y="121"/>
                      </a:cubicBezTo>
                      <a:cubicBezTo>
                        <a:pt x="31" y="125"/>
                        <a:pt x="33" y="129"/>
                        <a:pt x="36" y="130"/>
                      </a:cubicBezTo>
                      <a:cubicBezTo>
                        <a:pt x="48" y="135"/>
                        <a:pt x="48" y="135"/>
                        <a:pt x="48" y="135"/>
                      </a:cubicBezTo>
                      <a:cubicBezTo>
                        <a:pt x="52" y="136"/>
                        <a:pt x="56" y="135"/>
                        <a:pt x="58" y="131"/>
                      </a:cubicBezTo>
                      <a:cubicBezTo>
                        <a:pt x="62" y="124"/>
                        <a:pt x="62" y="124"/>
                        <a:pt x="62" y="124"/>
                      </a:cubicBezTo>
                      <a:cubicBezTo>
                        <a:pt x="66" y="125"/>
                        <a:pt x="71" y="125"/>
                        <a:pt x="76" y="125"/>
                      </a:cubicBezTo>
                      <a:cubicBezTo>
                        <a:pt x="80" y="132"/>
                        <a:pt x="80" y="132"/>
                        <a:pt x="80" y="132"/>
                      </a:cubicBezTo>
                      <a:cubicBezTo>
                        <a:pt x="82" y="135"/>
                        <a:pt x="86" y="136"/>
                        <a:pt x="89" y="135"/>
                      </a:cubicBezTo>
                      <a:cubicBezTo>
                        <a:pt x="101" y="130"/>
                        <a:pt x="101" y="130"/>
                        <a:pt x="101" y="130"/>
                      </a:cubicBezTo>
                      <a:cubicBezTo>
                        <a:pt x="105" y="128"/>
                        <a:pt x="107" y="125"/>
                        <a:pt x="105" y="121"/>
                      </a:cubicBezTo>
                      <a:cubicBezTo>
                        <a:pt x="103" y="113"/>
                        <a:pt x="103" y="113"/>
                        <a:pt x="103" y="113"/>
                      </a:cubicBezTo>
                      <a:cubicBezTo>
                        <a:pt x="107" y="110"/>
                        <a:pt x="111" y="107"/>
                        <a:pt x="114" y="103"/>
                      </a:cubicBezTo>
                      <a:cubicBezTo>
                        <a:pt x="121" y="105"/>
                        <a:pt x="121" y="105"/>
                        <a:pt x="121" y="105"/>
                      </a:cubicBezTo>
                      <a:cubicBezTo>
                        <a:pt x="125" y="106"/>
                        <a:pt x="129" y="104"/>
                        <a:pt x="131" y="100"/>
                      </a:cubicBezTo>
                      <a:cubicBezTo>
                        <a:pt x="135" y="88"/>
                        <a:pt x="135" y="88"/>
                        <a:pt x="135" y="88"/>
                      </a:cubicBezTo>
                      <a:cubicBezTo>
                        <a:pt x="137" y="85"/>
                        <a:pt x="135" y="81"/>
                        <a:pt x="132" y="79"/>
                      </a:cubicBezTo>
                      <a:cubicBezTo>
                        <a:pt x="125" y="75"/>
                        <a:pt x="125" y="75"/>
                        <a:pt x="125" y="75"/>
                      </a:cubicBezTo>
                      <a:cubicBezTo>
                        <a:pt x="126" y="70"/>
                        <a:pt x="126" y="65"/>
                        <a:pt x="125" y="60"/>
                      </a:cubicBezTo>
                      <a:cubicBezTo>
                        <a:pt x="132" y="57"/>
                        <a:pt x="132" y="57"/>
                        <a:pt x="132" y="57"/>
                      </a:cubicBezTo>
                      <a:cubicBezTo>
                        <a:pt x="135" y="55"/>
                        <a:pt x="136" y="51"/>
                        <a:pt x="135" y="47"/>
                      </a:cubicBezTo>
                      <a:cubicBezTo>
                        <a:pt x="130" y="35"/>
                        <a:pt x="130" y="35"/>
                        <a:pt x="130" y="35"/>
                      </a:cubicBezTo>
                      <a:moveTo>
                        <a:pt x="46" y="59"/>
                      </a:moveTo>
                      <a:cubicBezTo>
                        <a:pt x="51" y="46"/>
                        <a:pt x="66" y="40"/>
                        <a:pt x="79" y="45"/>
                      </a:cubicBezTo>
                      <a:cubicBezTo>
                        <a:pt x="91" y="51"/>
                        <a:pt x="97" y="65"/>
                        <a:pt x="92" y="78"/>
                      </a:cubicBezTo>
                      <a:cubicBezTo>
                        <a:pt x="87" y="90"/>
                        <a:pt x="73" y="96"/>
                        <a:pt x="60" y="91"/>
                      </a:cubicBezTo>
                      <a:cubicBezTo>
                        <a:pt x="47" y="86"/>
                        <a:pt x="41" y="72"/>
                        <a:pt x="46" y="59"/>
                      </a:cubicBezTo>
                    </a:path>
                  </a:pathLst>
                </a:custGeom>
                <a:solidFill>
                  <a:schemeClr val="bg2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de-DE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cs typeface="Arial" charset="0"/>
                  </a:endParaRPr>
                </a:p>
              </p:txBody>
            </p:sp>
          </p:grpSp>
          <p:sp>
            <p:nvSpPr>
              <p:cNvPr id="63" name="Freeform 7">
                <a:extLst>
                  <a:ext uri="{FF2B5EF4-FFF2-40B4-BE49-F238E27FC236}">
                    <a16:creationId xmlns:a16="http://schemas.microsoft.com/office/drawing/2014/main" id="{A717EC4D-1263-F700-804E-F1450BAB3B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rot="10800000">
                <a:off x="712788" y="4842595"/>
                <a:ext cx="309060" cy="307152"/>
              </a:xfrm>
              <a:custGeom>
                <a:avLst/>
                <a:gdLst>
                  <a:gd name="T0" fmla="*/ 130 w 137"/>
                  <a:gd name="T1" fmla="*/ 35 h 136"/>
                  <a:gd name="T2" fmla="*/ 121 w 137"/>
                  <a:gd name="T3" fmla="*/ 31 h 136"/>
                  <a:gd name="T4" fmla="*/ 113 w 137"/>
                  <a:gd name="T5" fmla="*/ 33 h 136"/>
                  <a:gd name="T6" fmla="*/ 103 w 137"/>
                  <a:gd name="T7" fmla="*/ 23 h 136"/>
                  <a:gd name="T8" fmla="*/ 105 w 137"/>
                  <a:gd name="T9" fmla="*/ 16 h 136"/>
                  <a:gd name="T10" fmla="*/ 101 w 137"/>
                  <a:gd name="T11" fmla="*/ 7 h 136"/>
                  <a:gd name="T12" fmla="*/ 89 w 137"/>
                  <a:gd name="T13" fmla="*/ 2 h 136"/>
                  <a:gd name="T14" fmla="*/ 80 w 137"/>
                  <a:gd name="T15" fmla="*/ 5 h 136"/>
                  <a:gd name="T16" fmla="*/ 76 w 137"/>
                  <a:gd name="T17" fmla="*/ 12 h 136"/>
                  <a:gd name="T18" fmla="*/ 61 w 137"/>
                  <a:gd name="T19" fmla="*/ 12 h 136"/>
                  <a:gd name="T20" fmla="*/ 57 w 137"/>
                  <a:gd name="T21" fmla="*/ 5 h 136"/>
                  <a:gd name="T22" fmla="*/ 48 w 137"/>
                  <a:gd name="T23" fmla="*/ 2 h 136"/>
                  <a:gd name="T24" fmla="*/ 36 w 137"/>
                  <a:gd name="T25" fmla="*/ 7 h 136"/>
                  <a:gd name="T26" fmla="*/ 32 w 137"/>
                  <a:gd name="T27" fmla="*/ 16 h 136"/>
                  <a:gd name="T28" fmla="*/ 34 w 137"/>
                  <a:gd name="T29" fmla="*/ 24 h 136"/>
                  <a:gd name="T30" fmla="*/ 24 w 137"/>
                  <a:gd name="T31" fmla="*/ 34 h 136"/>
                  <a:gd name="T32" fmla="*/ 16 w 137"/>
                  <a:gd name="T33" fmla="*/ 32 h 136"/>
                  <a:gd name="T34" fmla="*/ 7 w 137"/>
                  <a:gd name="T35" fmla="*/ 37 h 136"/>
                  <a:gd name="T36" fmla="*/ 2 w 137"/>
                  <a:gd name="T37" fmla="*/ 48 h 136"/>
                  <a:gd name="T38" fmla="*/ 5 w 137"/>
                  <a:gd name="T39" fmla="*/ 58 h 136"/>
                  <a:gd name="T40" fmla="*/ 13 w 137"/>
                  <a:gd name="T41" fmla="*/ 62 h 136"/>
                  <a:gd name="T42" fmla="*/ 13 w 137"/>
                  <a:gd name="T43" fmla="*/ 76 h 136"/>
                  <a:gd name="T44" fmla="*/ 6 w 137"/>
                  <a:gd name="T45" fmla="*/ 80 h 136"/>
                  <a:gd name="T46" fmla="*/ 2 w 137"/>
                  <a:gd name="T47" fmla="*/ 90 h 136"/>
                  <a:gd name="T48" fmla="*/ 7 w 137"/>
                  <a:gd name="T49" fmla="*/ 101 h 136"/>
                  <a:gd name="T50" fmla="*/ 16 w 137"/>
                  <a:gd name="T51" fmla="*/ 106 h 136"/>
                  <a:gd name="T52" fmla="*/ 25 w 137"/>
                  <a:gd name="T53" fmla="*/ 103 h 136"/>
                  <a:gd name="T54" fmla="*/ 34 w 137"/>
                  <a:gd name="T55" fmla="*/ 113 h 136"/>
                  <a:gd name="T56" fmla="*/ 32 w 137"/>
                  <a:gd name="T57" fmla="*/ 121 h 136"/>
                  <a:gd name="T58" fmla="*/ 36 w 137"/>
                  <a:gd name="T59" fmla="*/ 130 h 136"/>
                  <a:gd name="T60" fmla="*/ 48 w 137"/>
                  <a:gd name="T61" fmla="*/ 135 h 136"/>
                  <a:gd name="T62" fmla="*/ 58 w 137"/>
                  <a:gd name="T63" fmla="*/ 131 h 136"/>
                  <a:gd name="T64" fmla="*/ 62 w 137"/>
                  <a:gd name="T65" fmla="*/ 124 h 136"/>
                  <a:gd name="T66" fmla="*/ 76 w 137"/>
                  <a:gd name="T67" fmla="*/ 125 h 136"/>
                  <a:gd name="T68" fmla="*/ 80 w 137"/>
                  <a:gd name="T69" fmla="*/ 132 h 136"/>
                  <a:gd name="T70" fmla="*/ 89 w 137"/>
                  <a:gd name="T71" fmla="*/ 135 h 136"/>
                  <a:gd name="T72" fmla="*/ 101 w 137"/>
                  <a:gd name="T73" fmla="*/ 130 h 136"/>
                  <a:gd name="T74" fmla="*/ 105 w 137"/>
                  <a:gd name="T75" fmla="*/ 121 h 136"/>
                  <a:gd name="T76" fmla="*/ 103 w 137"/>
                  <a:gd name="T77" fmla="*/ 113 h 136"/>
                  <a:gd name="T78" fmla="*/ 114 w 137"/>
                  <a:gd name="T79" fmla="*/ 103 h 136"/>
                  <a:gd name="T80" fmla="*/ 121 w 137"/>
                  <a:gd name="T81" fmla="*/ 105 h 136"/>
                  <a:gd name="T82" fmla="*/ 131 w 137"/>
                  <a:gd name="T83" fmla="*/ 100 h 136"/>
                  <a:gd name="T84" fmla="*/ 135 w 137"/>
                  <a:gd name="T85" fmla="*/ 88 h 136"/>
                  <a:gd name="T86" fmla="*/ 132 w 137"/>
                  <a:gd name="T87" fmla="*/ 79 h 136"/>
                  <a:gd name="T88" fmla="*/ 125 w 137"/>
                  <a:gd name="T89" fmla="*/ 75 h 136"/>
                  <a:gd name="T90" fmla="*/ 125 w 137"/>
                  <a:gd name="T91" fmla="*/ 60 h 136"/>
                  <a:gd name="T92" fmla="*/ 132 w 137"/>
                  <a:gd name="T93" fmla="*/ 57 h 136"/>
                  <a:gd name="T94" fmla="*/ 135 w 137"/>
                  <a:gd name="T95" fmla="*/ 47 h 136"/>
                  <a:gd name="T96" fmla="*/ 130 w 137"/>
                  <a:gd name="T97" fmla="*/ 35 h 136"/>
                  <a:gd name="T98" fmla="*/ 46 w 137"/>
                  <a:gd name="T99" fmla="*/ 59 h 136"/>
                  <a:gd name="T100" fmla="*/ 79 w 137"/>
                  <a:gd name="T101" fmla="*/ 45 h 136"/>
                  <a:gd name="T102" fmla="*/ 92 w 137"/>
                  <a:gd name="T103" fmla="*/ 78 h 136"/>
                  <a:gd name="T104" fmla="*/ 60 w 137"/>
                  <a:gd name="T105" fmla="*/ 91 h 136"/>
                  <a:gd name="T106" fmla="*/ 46 w 137"/>
                  <a:gd name="T107" fmla="*/ 59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37" h="136">
                    <a:moveTo>
                      <a:pt x="130" y="35"/>
                    </a:moveTo>
                    <a:cubicBezTo>
                      <a:pt x="128" y="32"/>
                      <a:pt x="125" y="30"/>
                      <a:pt x="121" y="31"/>
                    </a:cubicBezTo>
                    <a:cubicBezTo>
                      <a:pt x="113" y="33"/>
                      <a:pt x="113" y="33"/>
                      <a:pt x="113" y="33"/>
                    </a:cubicBezTo>
                    <a:cubicBezTo>
                      <a:pt x="111" y="30"/>
                      <a:pt x="107" y="26"/>
                      <a:pt x="103" y="23"/>
                    </a:cubicBezTo>
                    <a:cubicBezTo>
                      <a:pt x="105" y="16"/>
                      <a:pt x="105" y="16"/>
                      <a:pt x="105" y="16"/>
                    </a:cubicBezTo>
                    <a:cubicBezTo>
                      <a:pt x="106" y="12"/>
                      <a:pt x="105" y="8"/>
                      <a:pt x="101" y="7"/>
                    </a:cubicBezTo>
                    <a:cubicBezTo>
                      <a:pt x="89" y="2"/>
                      <a:pt x="89" y="2"/>
                      <a:pt x="89" y="2"/>
                    </a:cubicBezTo>
                    <a:cubicBezTo>
                      <a:pt x="86" y="1"/>
                      <a:pt x="81" y="2"/>
                      <a:pt x="80" y="5"/>
                    </a:cubicBezTo>
                    <a:cubicBezTo>
                      <a:pt x="76" y="12"/>
                      <a:pt x="76" y="12"/>
                      <a:pt x="76" y="12"/>
                    </a:cubicBezTo>
                    <a:cubicBezTo>
                      <a:pt x="71" y="12"/>
                      <a:pt x="66" y="12"/>
                      <a:pt x="61" y="12"/>
                    </a:cubicBezTo>
                    <a:cubicBezTo>
                      <a:pt x="57" y="5"/>
                      <a:pt x="57" y="5"/>
                      <a:pt x="57" y="5"/>
                    </a:cubicBezTo>
                    <a:cubicBezTo>
                      <a:pt x="56" y="2"/>
                      <a:pt x="51" y="0"/>
                      <a:pt x="48" y="2"/>
                    </a:cubicBezTo>
                    <a:cubicBezTo>
                      <a:pt x="36" y="7"/>
                      <a:pt x="36" y="7"/>
                      <a:pt x="36" y="7"/>
                    </a:cubicBezTo>
                    <a:cubicBezTo>
                      <a:pt x="33" y="8"/>
                      <a:pt x="31" y="12"/>
                      <a:pt x="32" y="16"/>
                    </a:cubicBezTo>
                    <a:cubicBezTo>
                      <a:pt x="34" y="24"/>
                      <a:pt x="34" y="24"/>
                      <a:pt x="34" y="24"/>
                    </a:cubicBezTo>
                    <a:cubicBezTo>
                      <a:pt x="30" y="27"/>
                      <a:pt x="27" y="31"/>
                      <a:pt x="24" y="34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2" y="31"/>
                      <a:pt x="8" y="33"/>
                      <a:pt x="7" y="37"/>
                    </a:cubicBezTo>
                    <a:cubicBezTo>
                      <a:pt x="2" y="48"/>
                      <a:pt x="2" y="48"/>
                      <a:pt x="2" y="48"/>
                    </a:cubicBezTo>
                    <a:cubicBezTo>
                      <a:pt x="0" y="52"/>
                      <a:pt x="2" y="56"/>
                      <a:pt x="5" y="58"/>
                    </a:cubicBezTo>
                    <a:cubicBezTo>
                      <a:pt x="13" y="62"/>
                      <a:pt x="13" y="62"/>
                      <a:pt x="13" y="62"/>
                    </a:cubicBezTo>
                    <a:cubicBezTo>
                      <a:pt x="13" y="67"/>
                      <a:pt x="13" y="71"/>
                      <a:pt x="13" y="76"/>
                    </a:cubicBezTo>
                    <a:cubicBezTo>
                      <a:pt x="6" y="80"/>
                      <a:pt x="6" y="80"/>
                      <a:pt x="6" y="80"/>
                    </a:cubicBezTo>
                    <a:cubicBezTo>
                      <a:pt x="2" y="82"/>
                      <a:pt x="1" y="86"/>
                      <a:pt x="2" y="90"/>
                    </a:cubicBezTo>
                    <a:cubicBezTo>
                      <a:pt x="7" y="101"/>
                      <a:pt x="7" y="101"/>
                      <a:pt x="7" y="101"/>
                    </a:cubicBezTo>
                    <a:cubicBezTo>
                      <a:pt x="9" y="105"/>
                      <a:pt x="13" y="107"/>
                      <a:pt x="16" y="106"/>
                    </a:cubicBezTo>
                    <a:cubicBezTo>
                      <a:pt x="25" y="103"/>
                      <a:pt x="25" y="103"/>
                      <a:pt x="25" y="103"/>
                    </a:cubicBezTo>
                    <a:cubicBezTo>
                      <a:pt x="28" y="107"/>
                      <a:pt x="31" y="110"/>
                      <a:pt x="34" y="113"/>
                    </a:cubicBezTo>
                    <a:cubicBezTo>
                      <a:pt x="32" y="121"/>
                      <a:pt x="32" y="121"/>
                      <a:pt x="32" y="121"/>
                    </a:cubicBezTo>
                    <a:cubicBezTo>
                      <a:pt x="31" y="125"/>
                      <a:pt x="33" y="129"/>
                      <a:pt x="36" y="130"/>
                    </a:cubicBezTo>
                    <a:cubicBezTo>
                      <a:pt x="48" y="135"/>
                      <a:pt x="48" y="135"/>
                      <a:pt x="48" y="135"/>
                    </a:cubicBezTo>
                    <a:cubicBezTo>
                      <a:pt x="52" y="136"/>
                      <a:pt x="56" y="135"/>
                      <a:pt x="58" y="131"/>
                    </a:cubicBezTo>
                    <a:cubicBezTo>
                      <a:pt x="62" y="124"/>
                      <a:pt x="62" y="124"/>
                      <a:pt x="62" y="124"/>
                    </a:cubicBezTo>
                    <a:cubicBezTo>
                      <a:pt x="66" y="125"/>
                      <a:pt x="71" y="125"/>
                      <a:pt x="76" y="125"/>
                    </a:cubicBezTo>
                    <a:cubicBezTo>
                      <a:pt x="80" y="132"/>
                      <a:pt x="80" y="132"/>
                      <a:pt x="80" y="132"/>
                    </a:cubicBezTo>
                    <a:cubicBezTo>
                      <a:pt x="82" y="135"/>
                      <a:pt x="86" y="136"/>
                      <a:pt x="89" y="135"/>
                    </a:cubicBezTo>
                    <a:cubicBezTo>
                      <a:pt x="101" y="130"/>
                      <a:pt x="101" y="130"/>
                      <a:pt x="101" y="130"/>
                    </a:cubicBezTo>
                    <a:cubicBezTo>
                      <a:pt x="105" y="128"/>
                      <a:pt x="107" y="125"/>
                      <a:pt x="105" y="121"/>
                    </a:cubicBezTo>
                    <a:cubicBezTo>
                      <a:pt x="103" y="113"/>
                      <a:pt x="103" y="113"/>
                      <a:pt x="103" y="113"/>
                    </a:cubicBezTo>
                    <a:cubicBezTo>
                      <a:pt x="107" y="110"/>
                      <a:pt x="111" y="107"/>
                      <a:pt x="114" y="103"/>
                    </a:cubicBezTo>
                    <a:cubicBezTo>
                      <a:pt x="121" y="105"/>
                      <a:pt x="121" y="105"/>
                      <a:pt x="121" y="105"/>
                    </a:cubicBezTo>
                    <a:cubicBezTo>
                      <a:pt x="125" y="106"/>
                      <a:pt x="129" y="104"/>
                      <a:pt x="131" y="100"/>
                    </a:cubicBezTo>
                    <a:cubicBezTo>
                      <a:pt x="135" y="88"/>
                      <a:pt x="135" y="88"/>
                      <a:pt x="135" y="88"/>
                    </a:cubicBezTo>
                    <a:cubicBezTo>
                      <a:pt x="137" y="85"/>
                      <a:pt x="135" y="81"/>
                      <a:pt x="132" y="79"/>
                    </a:cubicBezTo>
                    <a:cubicBezTo>
                      <a:pt x="125" y="75"/>
                      <a:pt x="125" y="75"/>
                      <a:pt x="125" y="75"/>
                    </a:cubicBezTo>
                    <a:cubicBezTo>
                      <a:pt x="126" y="70"/>
                      <a:pt x="126" y="65"/>
                      <a:pt x="125" y="60"/>
                    </a:cubicBezTo>
                    <a:cubicBezTo>
                      <a:pt x="132" y="57"/>
                      <a:pt x="132" y="57"/>
                      <a:pt x="132" y="57"/>
                    </a:cubicBezTo>
                    <a:cubicBezTo>
                      <a:pt x="135" y="55"/>
                      <a:pt x="136" y="51"/>
                      <a:pt x="135" y="47"/>
                    </a:cubicBezTo>
                    <a:cubicBezTo>
                      <a:pt x="130" y="35"/>
                      <a:pt x="130" y="35"/>
                      <a:pt x="130" y="35"/>
                    </a:cubicBezTo>
                    <a:moveTo>
                      <a:pt x="46" y="59"/>
                    </a:moveTo>
                    <a:cubicBezTo>
                      <a:pt x="51" y="46"/>
                      <a:pt x="66" y="40"/>
                      <a:pt x="79" y="45"/>
                    </a:cubicBezTo>
                    <a:cubicBezTo>
                      <a:pt x="91" y="51"/>
                      <a:pt x="97" y="65"/>
                      <a:pt x="92" y="78"/>
                    </a:cubicBezTo>
                    <a:cubicBezTo>
                      <a:pt x="87" y="90"/>
                      <a:pt x="73" y="96"/>
                      <a:pt x="60" y="91"/>
                    </a:cubicBezTo>
                    <a:cubicBezTo>
                      <a:pt x="47" y="86"/>
                      <a:pt x="41" y="72"/>
                      <a:pt x="46" y="59"/>
                    </a:cubicBezTo>
                  </a:path>
                </a:pathLst>
              </a:custGeom>
              <a:solidFill>
                <a:schemeClr val="bg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</p:grpSp>
      </p:grp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D3DDE3B1-AAC3-F5BC-A7A7-AE03BF75B353}"/>
              </a:ext>
            </a:extLst>
          </p:cNvPr>
          <p:cNvGrpSpPr/>
          <p:nvPr userDrawn="1"/>
        </p:nvGrpSpPr>
        <p:grpSpPr>
          <a:xfrm>
            <a:off x="432439" y="1107453"/>
            <a:ext cx="512177" cy="696240"/>
            <a:chOff x="559116" y="1278270"/>
            <a:chExt cx="512177" cy="696240"/>
          </a:xfrm>
        </p:grpSpPr>
        <p:sp>
          <p:nvSpPr>
            <p:cNvPr id="70" name="Freeform 7">
              <a:extLst>
                <a:ext uri="{FF2B5EF4-FFF2-40B4-BE49-F238E27FC236}">
                  <a16:creationId xmlns:a16="http://schemas.microsoft.com/office/drawing/2014/main" id="{6C191068-8FD6-8787-D31E-C94FFB8FC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116" y="1278270"/>
              <a:ext cx="512176" cy="696240"/>
            </a:xfrm>
            <a:custGeom>
              <a:avLst/>
              <a:gdLst>
                <a:gd name="T0" fmla="*/ 190 w 190"/>
                <a:gd name="T1" fmla="*/ 67 h 258"/>
                <a:gd name="T2" fmla="*/ 123 w 190"/>
                <a:gd name="T3" fmla="*/ 0 h 258"/>
                <a:gd name="T4" fmla="*/ 123 w 190"/>
                <a:gd name="T5" fmla="*/ 0 h 258"/>
                <a:gd name="T6" fmla="*/ 15 w 190"/>
                <a:gd name="T7" fmla="*/ 0 h 258"/>
                <a:gd name="T8" fmla="*/ 0 w 190"/>
                <a:gd name="T9" fmla="*/ 14 h 258"/>
                <a:gd name="T10" fmla="*/ 0 w 190"/>
                <a:gd name="T11" fmla="*/ 243 h 258"/>
                <a:gd name="T12" fmla="*/ 15 w 190"/>
                <a:gd name="T13" fmla="*/ 258 h 258"/>
                <a:gd name="T14" fmla="*/ 176 w 190"/>
                <a:gd name="T15" fmla="*/ 258 h 258"/>
                <a:gd name="T16" fmla="*/ 190 w 190"/>
                <a:gd name="T17" fmla="*/ 243 h 258"/>
                <a:gd name="T18" fmla="*/ 190 w 190"/>
                <a:gd name="T19" fmla="*/ 67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0" h="258">
                  <a:moveTo>
                    <a:pt x="190" y="67"/>
                  </a:moveTo>
                  <a:cubicBezTo>
                    <a:pt x="123" y="0"/>
                    <a:pt x="123" y="0"/>
                    <a:pt x="123" y="0"/>
                  </a:cubicBezTo>
                  <a:cubicBezTo>
                    <a:pt x="123" y="0"/>
                    <a:pt x="123" y="0"/>
                    <a:pt x="123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6"/>
                    <a:pt x="0" y="14"/>
                  </a:cubicBezTo>
                  <a:cubicBezTo>
                    <a:pt x="0" y="243"/>
                    <a:pt x="0" y="243"/>
                    <a:pt x="0" y="243"/>
                  </a:cubicBezTo>
                  <a:cubicBezTo>
                    <a:pt x="0" y="251"/>
                    <a:pt x="7" y="258"/>
                    <a:pt x="15" y="258"/>
                  </a:cubicBezTo>
                  <a:cubicBezTo>
                    <a:pt x="176" y="258"/>
                    <a:pt x="176" y="258"/>
                    <a:pt x="176" y="258"/>
                  </a:cubicBezTo>
                  <a:cubicBezTo>
                    <a:pt x="184" y="258"/>
                    <a:pt x="190" y="251"/>
                    <a:pt x="190" y="243"/>
                  </a:cubicBezTo>
                  <a:cubicBezTo>
                    <a:pt x="190" y="67"/>
                    <a:pt x="190" y="67"/>
                    <a:pt x="190" y="67"/>
                  </a:cubicBez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283F64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71" name="Freeform 8">
              <a:extLst>
                <a:ext uri="{FF2B5EF4-FFF2-40B4-BE49-F238E27FC236}">
                  <a16:creationId xmlns:a16="http://schemas.microsoft.com/office/drawing/2014/main" id="{2D10AFAB-EB12-867F-D283-B8B5D26C4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659" y="1278270"/>
              <a:ext cx="180634" cy="180634"/>
            </a:xfrm>
            <a:custGeom>
              <a:avLst/>
              <a:gdLst>
                <a:gd name="T0" fmla="*/ 0 w 67"/>
                <a:gd name="T1" fmla="*/ 0 h 67"/>
                <a:gd name="T2" fmla="*/ 0 w 67"/>
                <a:gd name="T3" fmla="*/ 0 h 67"/>
                <a:gd name="T4" fmla="*/ 0 w 67"/>
                <a:gd name="T5" fmla="*/ 53 h 67"/>
                <a:gd name="T6" fmla="*/ 14 w 67"/>
                <a:gd name="T7" fmla="*/ 67 h 67"/>
                <a:gd name="T8" fmla="*/ 67 w 67"/>
                <a:gd name="T9" fmla="*/ 67 h 67"/>
                <a:gd name="T10" fmla="*/ 67 w 67"/>
                <a:gd name="T11" fmla="*/ 67 h 67"/>
                <a:gd name="T12" fmla="*/ 0 w 67"/>
                <a:gd name="T13" fmla="*/ 0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7" h="67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61"/>
                    <a:pt x="6" y="67"/>
                    <a:pt x="14" y="67"/>
                  </a:cubicBezTo>
                  <a:cubicBezTo>
                    <a:pt x="67" y="67"/>
                    <a:pt x="67" y="67"/>
                    <a:pt x="67" y="67"/>
                  </a:cubicBezTo>
                  <a:cubicBezTo>
                    <a:pt x="67" y="67"/>
                    <a:pt x="67" y="67"/>
                    <a:pt x="67" y="6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rgbClr val="283F64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grpSp>
          <p:nvGrpSpPr>
            <p:cNvPr id="72" name="Gruppieren 71">
              <a:extLst>
                <a:ext uri="{FF2B5EF4-FFF2-40B4-BE49-F238E27FC236}">
                  <a16:creationId xmlns:a16="http://schemas.microsoft.com/office/drawing/2014/main" id="{5CAE7F38-0BD2-58F3-BAA7-380B36A8024A}"/>
                </a:ext>
              </a:extLst>
            </p:cNvPr>
            <p:cNvGrpSpPr/>
            <p:nvPr/>
          </p:nvGrpSpPr>
          <p:grpSpPr>
            <a:xfrm>
              <a:off x="615136" y="1496631"/>
              <a:ext cx="388705" cy="374986"/>
              <a:chOff x="4054476" y="4141788"/>
              <a:chExt cx="539750" cy="520700"/>
            </a:xfrm>
            <a:solidFill>
              <a:srgbClr val="283F64"/>
            </a:solidFill>
          </p:grpSpPr>
          <p:sp>
            <p:nvSpPr>
              <p:cNvPr id="73" name="Freeform 9">
                <a:extLst>
                  <a:ext uri="{FF2B5EF4-FFF2-40B4-BE49-F238E27FC236}">
                    <a16:creationId xmlns:a16="http://schemas.microsoft.com/office/drawing/2014/main" id="{D340FC9A-8884-60D5-895E-9CD09164DE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9738" y="4232275"/>
                <a:ext cx="344488" cy="41275"/>
              </a:xfrm>
              <a:custGeom>
                <a:avLst/>
                <a:gdLst>
                  <a:gd name="T0" fmla="*/ 92 w 92"/>
                  <a:gd name="T1" fmla="*/ 6 h 11"/>
                  <a:gd name="T2" fmla="*/ 85 w 92"/>
                  <a:gd name="T3" fmla="*/ 11 h 11"/>
                  <a:gd name="T4" fmla="*/ 7 w 92"/>
                  <a:gd name="T5" fmla="*/ 11 h 11"/>
                  <a:gd name="T6" fmla="*/ 0 w 92"/>
                  <a:gd name="T7" fmla="*/ 6 h 11"/>
                  <a:gd name="T8" fmla="*/ 7 w 92"/>
                  <a:gd name="T9" fmla="*/ 0 h 11"/>
                  <a:gd name="T10" fmla="*/ 85 w 92"/>
                  <a:gd name="T11" fmla="*/ 0 h 11"/>
                  <a:gd name="T12" fmla="*/ 92 w 92"/>
                  <a:gd name="T13" fmla="*/ 6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2" h="11">
                    <a:moveTo>
                      <a:pt x="92" y="6"/>
                    </a:moveTo>
                    <a:cubicBezTo>
                      <a:pt x="92" y="9"/>
                      <a:pt x="89" y="11"/>
                      <a:pt x="85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4" y="11"/>
                      <a:pt x="0" y="9"/>
                      <a:pt x="0" y="6"/>
                    </a:cubicBezTo>
                    <a:cubicBezTo>
                      <a:pt x="0" y="3"/>
                      <a:pt x="4" y="0"/>
                      <a:pt x="7" y="0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89" y="0"/>
                      <a:pt x="92" y="3"/>
                      <a:pt x="9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74" name="Freeform 10">
                <a:extLst>
                  <a:ext uri="{FF2B5EF4-FFF2-40B4-BE49-F238E27FC236}">
                    <a16:creationId xmlns:a16="http://schemas.microsoft.com/office/drawing/2014/main" id="{F5505167-CA40-63B5-55A7-135FF2D02E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9738" y="4427538"/>
                <a:ext cx="344488" cy="41275"/>
              </a:xfrm>
              <a:custGeom>
                <a:avLst/>
                <a:gdLst>
                  <a:gd name="T0" fmla="*/ 92 w 92"/>
                  <a:gd name="T1" fmla="*/ 6 h 11"/>
                  <a:gd name="T2" fmla="*/ 85 w 92"/>
                  <a:gd name="T3" fmla="*/ 11 h 11"/>
                  <a:gd name="T4" fmla="*/ 7 w 92"/>
                  <a:gd name="T5" fmla="*/ 11 h 11"/>
                  <a:gd name="T6" fmla="*/ 0 w 92"/>
                  <a:gd name="T7" fmla="*/ 6 h 11"/>
                  <a:gd name="T8" fmla="*/ 7 w 92"/>
                  <a:gd name="T9" fmla="*/ 0 h 11"/>
                  <a:gd name="T10" fmla="*/ 85 w 92"/>
                  <a:gd name="T11" fmla="*/ 0 h 11"/>
                  <a:gd name="T12" fmla="*/ 92 w 92"/>
                  <a:gd name="T13" fmla="*/ 6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2" h="11">
                    <a:moveTo>
                      <a:pt x="92" y="6"/>
                    </a:moveTo>
                    <a:cubicBezTo>
                      <a:pt x="92" y="9"/>
                      <a:pt x="89" y="11"/>
                      <a:pt x="85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4" y="11"/>
                      <a:pt x="0" y="9"/>
                      <a:pt x="0" y="6"/>
                    </a:cubicBezTo>
                    <a:cubicBezTo>
                      <a:pt x="0" y="3"/>
                      <a:pt x="4" y="0"/>
                      <a:pt x="7" y="0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89" y="0"/>
                      <a:pt x="92" y="3"/>
                      <a:pt x="9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75" name="Freeform 11">
                <a:extLst>
                  <a:ext uri="{FF2B5EF4-FFF2-40B4-BE49-F238E27FC236}">
                    <a16:creationId xmlns:a16="http://schemas.microsoft.com/office/drawing/2014/main" id="{0D2FE5EB-BEA3-B957-A489-E168728416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9738" y="4621213"/>
                <a:ext cx="344488" cy="41275"/>
              </a:xfrm>
              <a:custGeom>
                <a:avLst/>
                <a:gdLst>
                  <a:gd name="T0" fmla="*/ 92 w 92"/>
                  <a:gd name="T1" fmla="*/ 6 h 11"/>
                  <a:gd name="T2" fmla="*/ 85 w 92"/>
                  <a:gd name="T3" fmla="*/ 11 h 11"/>
                  <a:gd name="T4" fmla="*/ 7 w 92"/>
                  <a:gd name="T5" fmla="*/ 11 h 11"/>
                  <a:gd name="T6" fmla="*/ 0 w 92"/>
                  <a:gd name="T7" fmla="*/ 6 h 11"/>
                  <a:gd name="T8" fmla="*/ 7 w 92"/>
                  <a:gd name="T9" fmla="*/ 0 h 11"/>
                  <a:gd name="T10" fmla="*/ 85 w 92"/>
                  <a:gd name="T11" fmla="*/ 0 h 11"/>
                  <a:gd name="T12" fmla="*/ 92 w 92"/>
                  <a:gd name="T13" fmla="*/ 6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2" h="11">
                    <a:moveTo>
                      <a:pt x="92" y="6"/>
                    </a:moveTo>
                    <a:cubicBezTo>
                      <a:pt x="92" y="9"/>
                      <a:pt x="89" y="11"/>
                      <a:pt x="85" y="11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4" y="11"/>
                      <a:pt x="0" y="9"/>
                      <a:pt x="0" y="6"/>
                    </a:cubicBezTo>
                    <a:cubicBezTo>
                      <a:pt x="0" y="3"/>
                      <a:pt x="4" y="0"/>
                      <a:pt x="7" y="0"/>
                    </a:cubicBezTo>
                    <a:cubicBezTo>
                      <a:pt x="85" y="0"/>
                      <a:pt x="85" y="0"/>
                      <a:pt x="85" y="0"/>
                    </a:cubicBezTo>
                    <a:cubicBezTo>
                      <a:pt x="89" y="0"/>
                      <a:pt x="92" y="3"/>
                      <a:pt x="9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76" name="Freeform 12">
                <a:extLst>
                  <a:ext uri="{FF2B5EF4-FFF2-40B4-BE49-F238E27FC236}">
                    <a16:creationId xmlns:a16="http://schemas.microsoft.com/office/drawing/2014/main" id="{4C4A74F2-C879-1CDF-FCC9-00B3803A15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5588" y="4141788"/>
                <a:ext cx="57150" cy="131763"/>
              </a:xfrm>
              <a:custGeom>
                <a:avLst/>
                <a:gdLst>
                  <a:gd name="T0" fmla="*/ 15 w 15"/>
                  <a:gd name="T1" fmla="*/ 35 h 35"/>
                  <a:gd name="T2" fmla="*/ 8 w 15"/>
                  <a:gd name="T3" fmla="*/ 35 h 35"/>
                  <a:gd name="T4" fmla="*/ 8 w 15"/>
                  <a:gd name="T5" fmla="*/ 10 h 35"/>
                  <a:gd name="T6" fmla="*/ 0 w 15"/>
                  <a:gd name="T7" fmla="*/ 15 h 35"/>
                  <a:gd name="T8" fmla="*/ 0 w 15"/>
                  <a:gd name="T9" fmla="*/ 9 h 35"/>
                  <a:gd name="T10" fmla="*/ 6 w 15"/>
                  <a:gd name="T11" fmla="*/ 6 h 35"/>
                  <a:gd name="T12" fmla="*/ 10 w 15"/>
                  <a:gd name="T13" fmla="*/ 0 h 35"/>
                  <a:gd name="T14" fmla="*/ 15 w 15"/>
                  <a:gd name="T15" fmla="*/ 0 h 35"/>
                  <a:gd name="T16" fmla="*/ 15 w 15"/>
                  <a:gd name="T17" fmla="*/ 3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" h="35">
                    <a:moveTo>
                      <a:pt x="15" y="35"/>
                    </a:moveTo>
                    <a:cubicBezTo>
                      <a:pt x="8" y="35"/>
                      <a:pt x="8" y="35"/>
                      <a:pt x="8" y="35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6" y="12"/>
                      <a:pt x="3" y="14"/>
                      <a:pt x="0" y="15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2" y="8"/>
                      <a:pt x="4" y="7"/>
                      <a:pt x="6" y="6"/>
                    </a:cubicBezTo>
                    <a:cubicBezTo>
                      <a:pt x="8" y="4"/>
                      <a:pt x="9" y="2"/>
                      <a:pt x="10" y="0"/>
                    </a:cubicBezTo>
                    <a:cubicBezTo>
                      <a:pt x="15" y="0"/>
                      <a:pt x="15" y="0"/>
                      <a:pt x="15" y="0"/>
                    </a:cubicBezTo>
                    <a:lnTo>
                      <a:pt x="15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77" name="Rectangle 13">
                <a:extLst>
                  <a:ext uri="{FF2B5EF4-FFF2-40B4-BE49-F238E27FC236}">
                    <a16:creationId xmlns:a16="http://schemas.microsoft.com/office/drawing/2014/main" id="{EEAC06AE-F0C5-545D-0533-5FD2FAD158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4013" y="4246563"/>
                <a:ext cx="25400" cy="269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78" name="Freeform 14">
                <a:extLst>
                  <a:ext uri="{FF2B5EF4-FFF2-40B4-BE49-F238E27FC236}">
                    <a16:creationId xmlns:a16="http://schemas.microsoft.com/office/drawing/2014/main" id="{B16B5BB3-592D-654C-86A7-14D9CAD64B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4476" y="4337050"/>
                <a:ext cx="85725" cy="131763"/>
              </a:xfrm>
              <a:custGeom>
                <a:avLst/>
                <a:gdLst>
                  <a:gd name="T0" fmla="*/ 23 w 23"/>
                  <a:gd name="T1" fmla="*/ 28 h 35"/>
                  <a:gd name="T2" fmla="*/ 23 w 23"/>
                  <a:gd name="T3" fmla="*/ 35 h 35"/>
                  <a:gd name="T4" fmla="*/ 0 w 23"/>
                  <a:gd name="T5" fmla="*/ 35 h 35"/>
                  <a:gd name="T6" fmla="*/ 3 w 23"/>
                  <a:gd name="T7" fmla="*/ 28 h 35"/>
                  <a:gd name="T8" fmla="*/ 10 w 23"/>
                  <a:gd name="T9" fmla="*/ 20 h 35"/>
                  <a:gd name="T10" fmla="*/ 15 w 23"/>
                  <a:gd name="T11" fmla="*/ 14 h 35"/>
                  <a:gd name="T12" fmla="*/ 17 w 23"/>
                  <a:gd name="T13" fmla="*/ 10 h 35"/>
                  <a:gd name="T14" fmla="*/ 16 w 23"/>
                  <a:gd name="T15" fmla="*/ 7 h 35"/>
                  <a:gd name="T16" fmla="*/ 12 w 23"/>
                  <a:gd name="T17" fmla="*/ 6 h 35"/>
                  <a:gd name="T18" fmla="*/ 9 w 23"/>
                  <a:gd name="T19" fmla="*/ 7 h 35"/>
                  <a:gd name="T20" fmla="*/ 8 w 23"/>
                  <a:gd name="T21" fmla="*/ 11 h 35"/>
                  <a:gd name="T22" fmla="*/ 1 w 23"/>
                  <a:gd name="T23" fmla="*/ 10 h 35"/>
                  <a:gd name="T24" fmla="*/ 5 w 23"/>
                  <a:gd name="T25" fmla="*/ 2 h 35"/>
                  <a:gd name="T26" fmla="*/ 13 w 23"/>
                  <a:gd name="T27" fmla="*/ 0 h 35"/>
                  <a:gd name="T28" fmla="*/ 21 w 23"/>
                  <a:gd name="T29" fmla="*/ 3 h 35"/>
                  <a:gd name="T30" fmla="*/ 23 w 23"/>
                  <a:gd name="T31" fmla="*/ 10 h 35"/>
                  <a:gd name="T32" fmla="*/ 23 w 23"/>
                  <a:gd name="T33" fmla="*/ 14 h 35"/>
                  <a:gd name="T34" fmla="*/ 20 w 23"/>
                  <a:gd name="T35" fmla="*/ 18 h 35"/>
                  <a:gd name="T36" fmla="*/ 16 w 23"/>
                  <a:gd name="T37" fmla="*/ 23 h 35"/>
                  <a:gd name="T38" fmla="*/ 12 w 23"/>
                  <a:gd name="T39" fmla="*/ 27 h 35"/>
                  <a:gd name="T40" fmla="*/ 10 w 23"/>
                  <a:gd name="T41" fmla="*/ 28 h 35"/>
                  <a:gd name="T42" fmla="*/ 23 w 23"/>
                  <a:gd name="T43" fmla="*/ 28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23" h="35">
                    <a:moveTo>
                      <a:pt x="23" y="28"/>
                    </a:moveTo>
                    <a:cubicBezTo>
                      <a:pt x="23" y="35"/>
                      <a:pt x="23" y="35"/>
                      <a:pt x="23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1" y="32"/>
                      <a:pt x="1" y="30"/>
                      <a:pt x="3" y="28"/>
                    </a:cubicBezTo>
                    <a:cubicBezTo>
                      <a:pt x="4" y="26"/>
                      <a:pt x="6" y="23"/>
                      <a:pt x="10" y="20"/>
                    </a:cubicBezTo>
                    <a:cubicBezTo>
                      <a:pt x="13" y="17"/>
                      <a:pt x="15" y="15"/>
                      <a:pt x="15" y="14"/>
                    </a:cubicBezTo>
                    <a:cubicBezTo>
                      <a:pt x="16" y="13"/>
                      <a:pt x="17" y="11"/>
                      <a:pt x="17" y="10"/>
                    </a:cubicBezTo>
                    <a:cubicBezTo>
                      <a:pt x="17" y="9"/>
                      <a:pt x="16" y="7"/>
                      <a:pt x="16" y="7"/>
                    </a:cubicBezTo>
                    <a:cubicBezTo>
                      <a:pt x="15" y="6"/>
                      <a:pt x="14" y="6"/>
                      <a:pt x="12" y="6"/>
                    </a:cubicBezTo>
                    <a:cubicBezTo>
                      <a:pt x="11" y="6"/>
                      <a:pt x="10" y="6"/>
                      <a:pt x="9" y="7"/>
                    </a:cubicBezTo>
                    <a:cubicBezTo>
                      <a:pt x="8" y="8"/>
                      <a:pt x="8" y="9"/>
                      <a:pt x="8" y="11"/>
                    </a:cubicBezTo>
                    <a:cubicBezTo>
                      <a:pt x="1" y="10"/>
                      <a:pt x="1" y="10"/>
                      <a:pt x="1" y="10"/>
                    </a:cubicBezTo>
                    <a:cubicBezTo>
                      <a:pt x="2" y="7"/>
                      <a:pt x="3" y="4"/>
                      <a:pt x="5" y="2"/>
                    </a:cubicBezTo>
                    <a:cubicBezTo>
                      <a:pt x="7" y="1"/>
                      <a:pt x="9" y="0"/>
                      <a:pt x="13" y="0"/>
                    </a:cubicBezTo>
                    <a:cubicBezTo>
                      <a:pt x="16" y="0"/>
                      <a:pt x="19" y="1"/>
                      <a:pt x="21" y="3"/>
                    </a:cubicBezTo>
                    <a:cubicBezTo>
                      <a:pt x="22" y="5"/>
                      <a:pt x="23" y="7"/>
                      <a:pt x="23" y="10"/>
                    </a:cubicBezTo>
                    <a:cubicBezTo>
                      <a:pt x="23" y="11"/>
                      <a:pt x="23" y="13"/>
                      <a:pt x="23" y="14"/>
                    </a:cubicBezTo>
                    <a:cubicBezTo>
                      <a:pt x="22" y="15"/>
                      <a:pt x="21" y="17"/>
                      <a:pt x="20" y="18"/>
                    </a:cubicBezTo>
                    <a:cubicBezTo>
                      <a:pt x="19" y="19"/>
                      <a:pt x="18" y="21"/>
                      <a:pt x="16" y="23"/>
                    </a:cubicBezTo>
                    <a:cubicBezTo>
                      <a:pt x="14" y="25"/>
                      <a:pt x="12" y="26"/>
                      <a:pt x="12" y="27"/>
                    </a:cubicBezTo>
                    <a:cubicBezTo>
                      <a:pt x="11" y="27"/>
                      <a:pt x="11" y="28"/>
                      <a:pt x="10" y="28"/>
                    </a:cubicBezTo>
                    <a:lnTo>
                      <a:pt x="23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79" name="Rectangle 15">
                <a:extLst>
                  <a:ext uri="{FF2B5EF4-FFF2-40B4-BE49-F238E27FC236}">
                    <a16:creationId xmlns:a16="http://schemas.microsoft.com/office/drawing/2014/main" id="{D2429767-E01B-E635-D3DD-1E29E4CD7F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4013" y="4441825"/>
                <a:ext cx="25400" cy="2698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80" name="Freeform 16">
                <a:extLst>
                  <a:ext uri="{FF2B5EF4-FFF2-40B4-BE49-F238E27FC236}">
                    <a16:creationId xmlns:a16="http://schemas.microsoft.com/office/drawing/2014/main" id="{AAFFEA4C-A84D-65A8-A5A9-B38290F4EB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7651" y="4532313"/>
                <a:ext cx="87313" cy="130175"/>
              </a:xfrm>
              <a:custGeom>
                <a:avLst/>
                <a:gdLst>
                  <a:gd name="T0" fmla="*/ 0 w 23"/>
                  <a:gd name="T1" fmla="*/ 25 h 35"/>
                  <a:gd name="T2" fmla="*/ 6 w 23"/>
                  <a:gd name="T3" fmla="*/ 25 h 35"/>
                  <a:gd name="T4" fmla="*/ 8 w 23"/>
                  <a:gd name="T5" fmla="*/ 28 h 35"/>
                  <a:gd name="T6" fmla="*/ 11 w 23"/>
                  <a:gd name="T7" fmla="*/ 30 h 35"/>
                  <a:gd name="T8" fmla="*/ 15 w 23"/>
                  <a:gd name="T9" fmla="*/ 28 h 35"/>
                  <a:gd name="T10" fmla="*/ 16 w 23"/>
                  <a:gd name="T11" fmla="*/ 24 h 35"/>
                  <a:gd name="T12" fmla="*/ 15 w 23"/>
                  <a:gd name="T13" fmla="*/ 20 h 35"/>
                  <a:gd name="T14" fmla="*/ 11 w 23"/>
                  <a:gd name="T15" fmla="*/ 19 h 35"/>
                  <a:gd name="T16" fmla="*/ 8 w 23"/>
                  <a:gd name="T17" fmla="*/ 19 h 35"/>
                  <a:gd name="T18" fmla="*/ 9 w 23"/>
                  <a:gd name="T19" fmla="*/ 14 h 35"/>
                  <a:gd name="T20" fmla="*/ 13 w 23"/>
                  <a:gd name="T21" fmla="*/ 13 h 35"/>
                  <a:gd name="T22" fmla="*/ 15 w 23"/>
                  <a:gd name="T23" fmla="*/ 9 h 35"/>
                  <a:gd name="T24" fmla="*/ 14 w 23"/>
                  <a:gd name="T25" fmla="*/ 6 h 35"/>
                  <a:gd name="T26" fmla="*/ 11 w 23"/>
                  <a:gd name="T27" fmla="*/ 5 h 35"/>
                  <a:gd name="T28" fmla="*/ 8 w 23"/>
                  <a:gd name="T29" fmla="*/ 7 h 35"/>
                  <a:gd name="T30" fmla="*/ 7 w 23"/>
                  <a:gd name="T31" fmla="*/ 10 h 35"/>
                  <a:gd name="T32" fmla="*/ 0 w 23"/>
                  <a:gd name="T33" fmla="*/ 9 h 35"/>
                  <a:gd name="T34" fmla="*/ 2 w 23"/>
                  <a:gd name="T35" fmla="*/ 4 h 35"/>
                  <a:gd name="T36" fmla="*/ 6 w 23"/>
                  <a:gd name="T37" fmla="*/ 1 h 35"/>
                  <a:gd name="T38" fmla="*/ 11 w 23"/>
                  <a:gd name="T39" fmla="*/ 0 h 35"/>
                  <a:gd name="T40" fmla="*/ 19 w 23"/>
                  <a:gd name="T41" fmla="*/ 3 h 35"/>
                  <a:gd name="T42" fmla="*/ 21 w 23"/>
                  <a:gd name="T43" fmla="*/ 9 h 35"/>
                  <a:gd name="T44" fmla="*/ 16 w 23"/>
                  <a:gd name="T45" fmla="*/ 16 h 35"/>
                  <a:gd name="T46" fmla="*/ 21 w 23"/>
                  <a:gd name="T47" fmla="*/ 19 h 35"/>
                  <a:gd name="T48" fmla="*/ 23 w 23"/>
                  <a:gd name="T49" fmla="*/ 24 h 35"/>
                  <a:gd name="T50" fmla="*/ 19 w 23"/>
                  <a:gd name="T51" fmla="*/ 32 h 35"/>
                  <a:gd name="T52" fmla="*/ 11 w 23"/>
                  <a:gd name="T53" fmla="*/ 35 h 35"/>
                  <a:gd name="T54" fmla="*/ 4 w 23"/>
                  <a:gd name="T55" fmla="*/ 32 h 35"/>
                  <a:gd name="T56" fmla="*/ 0 w 23"/>
                  <a:gd name="T57" fmla="*/ 25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3" h="35">
                    <a:moveTo>
                      <a:pt x="0" y="25"/>
                    </a:moveTo>
                    <a:cubicBezTo>
                      <a:pt x="6" y="25"/>
                      <a:pt x="6" y="25"/>
                      <a:pt x="6" y="25"/>
                    </a:cubicBezTo>
                    <a:cubicBezTo>
                      <a:pt x="7" y="26"/>
                      <a:pt x="7" y="28"/>
                      <a:pt x="8" y="28"/>
                    </a:cubicBezTo>
                    <a:cubicBezTo>
                      <a:pt x="9" y="29"/>
                      <a:pt x="10" y="30"/>
                      <a:pt x="11" y="30"/>
                    </a:cubicBezTo>
                    <a:cubicBezTo>
                      <a:pt x="13" y="30"/>
                      <a:pt x="14" y="29"/>
                      <a:pt x="15" y="28"/>
                    </a:cubicBezTo>
                    <a:cubicBezTo>
                      <a:pt x="16" y="27"/>
                      <a:pt x="16" y="26"/>
                      <a:pt x="16" y="24"/>
                    </a:cubicBezTo>
                    <a:cubicBezTo>
                      <a:pt x="16" y="22"/>
                      <a:pt x="16" y="21"/>
                      <a:pt x="15" y="20"/>
                    </a:cubicBezTo>
                    <a:cubicBezTo>
                      <a:pt x="14" y="19"/>
                      <a:pt x="13" y="19"/>
                      <a:pt x="11" y="19"/>
                    </a:cubicBezTo>
                    <a:cubicBezTo>
                      <a:pt x="11" y="19"/>
                      <a:pt x="10" y="19"/>
                      <a:pt x="8" y="19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11" y="14"/>
                      <a:pt x="12" y="13"/>
                      <a:pt x="13" y="13"/>
                    </a:cubicBezTo>
                    <a:cubicBezTo>
                      <a:pt x="14" y="12"/>
                      <a:pt x="15" y="11"/>
                      <a:pt x="15" y="9"/>
                    </a:cubicBezTo>
                    <a:cubicBezTo>
                      <a:pt x="15" y="8"/>
                      <a:pt x="14" y="7"/>
                      <a:pt x="14" y="6"/>
                    </a:cubicBezTo>
                    <a:cubicBezTo>
                      <a:pt x="13" y="6"/>
                      <a:pt x="12" y="5"/>
                      <a:pt x="11" y="5"/>
                    </a:cubicBezTo>
                    <a:cubicBezTo>
                      <a:pt x="10" y="5"/>
                      <a:pt x="9" y="6"/>
                      <a:pt x="8" y="7"/>
                    </a:cubicBezTo>
                    <a:cubicBezTo>
                      <a:pt x="7" y="7"/>
                      <a:pt x="7" y="9"/>
                      <a:pt x="7" y="10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1" y="7"/>
                      <a:pt x="2" y="5"/>
                      <a:pt x="2" y="4"/>
                    </a:cubicBezTo>
                    <a:cubicBezTo>
                      <a:pt x="3" y="3"/>
                      <a:pt x="4" y="2"/>
                      <a:pt x="6" y="1"/>
                    </a:cubicBezTo>
                    <a:cubicBezTo>
                      <a:pt x="7" y="0"/>
                      <a:pt x="9" y="0"/>
                      <a:pt x="11" y="0"/>
                    </a:cubicBezTo>
                    <a:cubicBezTo>
                      <a:pt x="14" y="0"/>
                      <a:pt x="17" y="1"/>
                      <a:pt x="19" y="3"/>
                    </a:cubicBezTo>
                    <a:cubicBezTo>
                      <a:pt x="20" y="5"/>
                      <a:pt x="21" y="7"/>
                      <a:pt x="21" y="9"/>
                    </a:cubicBezTo>
                    <a:cubicBezTo>
                      <a:pt x="21" y="12"/>
                      <a:pt x="20" y="14"/>
                      <a:pt x="16" y="16"/>
                    </a:cubicBezTo>
                    <a:cubicBezTo>
                      <a:pt x="18" y="16"/>
                      <a:pt x="20" y="17"/>
                      <a:pt x="21" y="19"/>
                    </a:cubicBezTo>
                    <a:cubicBezTo>
                      <a:pt x="22" y="20"/>
                      <a:pt x="23" y="22"/>
                      <a:pt x="23" y="24"/>
                    </a:cubicBezTo>
                    <a:cubicBezTo>
                      <a:pt x="23" y="27"/>
                      <a:pt x="22" y="30"/>
                      <a:pt x="19" y="32"/>
                    </a:cubicBezTo>
                    <a:cubicBezTo>
                      <a:pt x="17" y="34"/>
                      <a:pt x="15" y="35"/>
                      <a:pt x="11" y="35"/>
                    </a:cubicBezTo>
                    <a:cubicBezTo>
                      <a:pt x="8" y="35"/>
                      <a:pt x="6" y="34"/>
                      <a:pt x="4" y="32"/>
                    </a:cubicBezTo>
                    <a:cubicBezTo>
                      <a:pt x="1" y="31"/>
                      <a:pt x="0" y="28"/>
                      <a:pt x="0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81" name="Rectangle 17">
                <a:extLst>
                  <a:ext uri="{FF2B5EF4-FFF2-40B4-BE49-F238E27FC236}">
                    <a16:creationId xmlns:a16="http://schemas.microsoft.com/office/drawing/2014/main" id="{9905799C-8795-10E2-FA02-B22E7FF739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64013" y="4637088"/>
                <a:ext cx="25400" cy="254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</p:grpSp>
      </p:grpSp>
      <p:sp>
        <p:nvSpPr>
          <p:cNvPr id="83" name="Textplatzhalter 82">
            <a:extLst>
              <a:ext uri="{FF2B5EF4-FFF2-40B4-BE49-F238E27FC236}">
                <a16:creationId xmlns:a16="http://schemas.microsoft.com/office/drawing/2014/main" id="{448C9272-BF01-E523-E4A5-1165C6E59D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92225" y="1107121"/>
            <a:ext cx="6429375" cy="18859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4" name="Textplatzhalter 82">
            <a:extLst>
              <a:ext uri="{FF2B5EF4-FFF2-40B4-BE49-F238E27FC236}">
                <a16:creationId xmlns:a16="http://schemas.microsoft.com/office/drawing/2014/main" id="{97D59CFD-D7E9-16EE-C1FC-3D0E1F2459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92225" y="3415650"/>
            <a:ext cx="6429375" cy="188595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9" name="Textplatzhalter 82">
            <a:extLst>
              <a:ext uri="{FF2B5EF4-FFF2-40B4-BE49-F238E27FC236}">
                <a16:creationId xmlns:a16="http://schemas.microsoft.com/office/drawing/2014/main" id="{B9FB57AE-0A75-19BF-4B71-8FA9F436F6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072646" y="5884878"/>
            <a:ext cx="5645461" cy="325101"/>
          </a:xfrm>
        </p:spPr>
        <p:txBody>
          <a:bodyPr/>
          <a:lstStyle>
            <a:lvl1pPr>
              <a:buNone/>
              <a:defRPr b="0">
                <a:solidFill>
                  <a:srgbClr val="283F64"/>
                </a:solidFill>
              </a:defRPr>
            </a:lvl1pPr>
            <a:lvl2pPr>
              <a:buNone/>
              <a:defRPr>
                <a:solidFill>
                  <a:srgbClr val="283F64"/>
                </a:solidFill>
              </a:defRPr>
            </a:lvl2pPr>
            <a:lvl3pPr>
              <a:buNone/>
              <a:defRPr>
                <a:solidFill>
                  <a:srgbClr val="283F64"/>
                </a:solidFill>
              </a:defRPr>
            </a:lvl3pPr>
            <a:lvl4pPr>
              <a:buNone/>
              <a:defRPr>
                <a:solidFill>
                  <a:srgbClr val="283F64"/>
                </a:solidFill>
              </a:defRPr>
            </a:lvl4pPr>
            <a:lvl5pPr>
              <a:buNone/>
              <a:defRPr>
                <a:solidFill>
                  <a:srgbClr val="283F64"/>
                </a:solidFill>
              </a:defRPr>
            </a:lvl5pPr>
          </a:lstStyle>
          <a:p>
            <a:pPr lvl="0"/>
            <a:r>
              <a:rPr lang="de-DE" dirty="0"/>
              <a:t>Nutzen</a:t>
            </a:r>
          </a:p>
        </p:txBody>
      </p:sp>
      <p:grpSp>
        <p:nvGrpSpPr>
          <p:cNvPr id="82" name="Gruppieren 81">
            <a:extLst>
              <a:ext uri="{FF2B5EF4-FFF2-40B4-BE49-F238E27FC236}">
                <a16:creationId xmlns:a16="http://schemas.microsoft.com/office/drawing/2014/main" id="{6161A68B-2539-5BD3-2B64-49242ACDC343}"/>
              </a:ext>
            </a:extLst>
          </p:cNvPr>
          <p:cNvGrpSpPr/>
          <p:nvPr userDrawn="1"/>
        </p:nvGrpSpPr>
        <p:grpSpPr>
          <a:xfrm>
            <a:off x="8294764" y="4725144"/>
            <a:ext cx="653974" cy="412211"/>
            <a:chOff x="4260475" y="1713961"/>
            <a:chExt cx="797945" cy="502958"/>
          </a:xfrm>
        </p:grpSpPr>
        <p:grpSp>
          <p:nvGrpSpPr>
            <p:cNvPr id="85" name="Gruppieren 84">
              <a:extLst>
                <a:ext uri="{FF2B5EF4-FFF2-40B4-BE49-F238E27FC236}">
                  <a16:creationId xmlns:a16="http://schemas.microsoft.com/office/drawing/2014/main" id="{54964625-4C8A-313C-6022-C0A910A33C05}"/>
                </a:ext>
              </a:extLst>
            </p:cNvPr>
            <p:cNvGrpSpPr/>
            <p:nvPr/>
          </p:nvGrpSpPr>
          <p:grpSpPr>
            <a:xfrm>
              <a:off x="4260475" y="1751921"/>
              <a:ext cx="349250" cy="427038"/>
              <a:chOff x="2144688" y="1208830"/>
              <a:chExt cx="349250" cy="427038"/>
            </a:xfrm>
          </p:grpSpPr>
          <p:sp>
            <p:nvSpPr>
              <p:cNvPr id="96" name="Freeform 16">
                <a:extLst>
                  <a:ext uri="{FF2B5EF4-FFF2-40B4-BE49-F238E27FC236}">
                    <a16:creationId xmlns:a16="http://schemas.microsoft.com/office/drawing/2014/main" id="{A7D511D3-77B1-1751-585C-DE84F98ECE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4688" y="1418380"/>
                <a:ext cx="349250" cy="217488"/>
              </a:xfrm>
              <a:custGeom>
                <a:avLst/>
                <a:gdLst>
                  <a:gd name="T0" fmla="*/ 70 w 93"/>
                  <a:gd name="T1" fmla="*/ 0 h 58"/>
                  <a:gd name="T2" fmla="*/ 68 w 93"/>
                  <a:gd name="T3" fmla="*/ 0 h 58"/>
                  <a:gd name="T4" fmla="*/ 46 w 93"/>
                  <a:gd name="T5" fmla="*/ 8 h 58"/>
                  <a:gd name="T6" fmla="*/ 24 w 93"/>
                  <a:gd name="T7" fmla="*/ 0 h 58"/>
                  <a:gd name="T8" fmla="*/ 23 w 93"/>
                  <a:gd name="T9" fmla="*/ 0 h 58"/>
                  <a:gd name="T10" fmla="*/ 0 w 93"/>
                  <a:gd name="T11" fmla="*/ 31 h 58"/>
                  <a:gd name="T12" fmla="*/ 0 w 93"/>
                  <a:gd name="T13" fmla="*/ 58 h 58"/>
                  <a:gd name="T14" fmla="*/ 93 w 93"/>
                  <a:gd name="T15" fmla="*/ 58 h 58"/>
                  <a:gd name="T16" fmla="*/ 93 w 93"/>
                  <a:gd name="T17" fmla="*/ 31 h 58"/>
                  <a:gd name="T18" fmla="*/ 70 w 93"/>
                  <a:gd name="T1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" h="58">
                    <a:moveTo>
                      <a:pt x="7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2" y="5"/>
                      <a:pt x="55" y="8"/>
                      <a:pt x="46" y="8"/>
                    </a:cubicBezTo>
                    <a:cubicBezTo>
                      <a:pt x="38" y="8"/>
                      <a:pt x="31" y="5"/>
                      <a:pt x="24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1"/>
                      <a:pt x="0" y="17"/>
                      <a:pt x="0" y="31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3" y="31"/>
                      <a:pt x="93" y="31"/>
                      <a:pt x="93" y="31"/>
                    </a:cubicBezTo>
                    <a:cubicBezTo>
                      <a:pt x="93" y="17"/>
                      <a:pt x="83" y="1"/>
                      <a:pt x="70" y="0"/>
                    </a:cubicBezTo>
                    <a:close/>
                  </a:path>
                </a:pathLst>
              </a:custGeom>
              <a:solidFill>
                <a:srgbClr val="283F64"/>
              </a:solidFill>
              <a:ln w="190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97" name="Oval 17">
                <a:extLst>
                  <a:ext uri="{FF2B5EF4-FFF2-40B4-BE49-F238E27FC236}">
                    <a16:creationId xmlns:a16="http://schemas.microsoft.com/office/drawing/2014/main" id="{2969517A-540D-EAFB-4E03-81547A1EEE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188" y="1208830"/>
                <a:ext cx="222250" cy="223838"/>
              </a:xfrm>
              <a:prstGeom prst="ellipse">
                <a:avLst/>
              </a:prstGeom>
              <a:solidFill>
                <a:srgbClr val="283F64"/>
              </a:solidFill>
              <a:ln w="190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90" name="Gruppieren 89">
              <a:extLst>
                <a:ext uri="{FF2B5EF4-FFF2-40B4-BE49-F238E27FC236}">
                  <a16:creationId xmlns:a16="http://schemas.microsoft.com/office/drawing/2014/main" id="{D925634D-A4B8-ED04-8A9D-B4035F0B244D}"/>
                </a:ext>
              </a:extLst>
            </p:cNvPr>
            <p:cNvGrpSpPr/>
            <p:nvPr/>
          </p:nvGrpSpPr>
          <p:grpSpPr>
            <a:xfrm>
              <a:off x="4709170" y="1751921"/>
              <a:ext cx="349250" cy="427038"/>
              <a:chOff x="2144688" y="1208830"/>
              <a:chExt cx="349250" cy="427038"/>
            </a:xfrm>
          </p:grpSpPr>
          <p:sp>
            <p:nvSpPr>
              <p:cNvPr id="94" name="Freeform 16">
                <a:extLst>
                  <a:ext uri="{FF2B5EF4-FFF2-40B4-BE49-F238E27FC236}">
                    <a16:creationId xmlns:a16="http://schemas.microsoft.com/office/drawing/2014/main" id="{1FFC60A2-9346-A57C-C2C8-C965453F4A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4688" y="1418380"/>
                <a:ext cx="349250" cy="217488"/>
              </a:xfrm>
              <a:custGeom>
                <a:avLst/>
                <a:gdLst>
                  <a:gd name="T0" fmla="*/ 70 w 93"/>
                  <a:gd name="T1" fmla="*/ 0 h 58"/>
                  <a:gd name="T2" fmla="*/ 68 w 93"/>
                  <a:gd name="T3" fmla="*/ 0 h 58"/>
                  <a:gd name="T4" fmla="*/ 46 w 93"/>
                  <a:gd name="T5" fmla="*/ 8 h 58"/>
                  <a:gd name="T6" fmla="*/ 24 w 93"/>
                  <a:gd name="T7" fmla="*/ 0 h 58"/>
                  <a:gd name="T8" fmla="*/ 23 w 93"/>
                  <a:gd name="T9" fmla="*/ 0 h 58"/>
                  <a:gd name="T10" fmla="*/ 0 w 93"/>
                  <a:gd name="T11" fmla="*/ 31 h 58"/>
                  <a:gd name="T12" fmla="*/ 0 w 93"/>
                  <a:gd name="T13" fmla="*/ 58 h 58"/>
                  <a:gd name="T14" fmla="*/ 93 w 93"/>
                  <a:gd name="T15" fmla="*/ 58 h 58"/>
                  <a:gd name="T16" fmla="*/ 93 w 93"/>
                  <a:gd name="T17" fmla="*/ 31 h 58"/>
                  <a:gd name="T18" fmla="*/ 70 w 93"/>
                  <a:gd name="T1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" h="58">
                    <a:moveTo>
                      <a:pt x="7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2" y="5"/>
                      <a:pt x="55" y="8"/>
                      <a:pt x="46" y="8"/>
                    </a:cubicBezTo>
                    <a:cubicBezTo>
                      <a:pt x="38" y="8"/>
                      <a:pt x="31" y="5"/>
                      <a:pt x="24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1"/>
                      <a:pt x="0" y="17"/>
                      <a:pt x="0" y="31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3" y="31"/>
                      <a:pt x="93" y="31"/>
                      <a:pt x="93" y="31"/>
                    </a:cubicBezTo>
                    <a:cubicBezTo>
                      <a:pt x="93" y="17"/>
                      <a:pt x="83" y="1"/>
                      <a:pt x="70" y="0"/>
                    </a:cubicBezTo>
                    <a:close/>
                  </a:path>
                </a:pathLst>
              </a:custGeom>
              <a:solidFill>
                <a:srgbClr val="283F64"/>
              </a:solidFill>
              <a:ln w="190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95" name="Oval 17">
                <a:extLst>
                  <a:ext uri="{FF2B5EF4-FFF2-40B4-BE49-F238E27FC236}">
                    <a16:creationId xmlns:a16="http://schemas.microsoft.com/office/drawing/2014/main" id="{A9ED0B3E-577F-622B-3BED-D137219648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188" y="1208830"/>
                <a:ext cx="222250" cy="223838"/>
              </a:xfrm>
              <a:prstGeom prst="ellipse">
                <a:avLst/>
              </a:prstGeom>
              <a:solidFill>
                <a:srgbClr val="283F64"/>
              </a:solidFill>
              <a:ln w="190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91" name="Gruppieren 90">
              <a:extLst>
                <a:ext uri="{FF2B5EF4-FFF2-40B4-BE49-F238E27FC236}">
                  <a16:creationId xmlns:a16="http://schemas.microsoft.com/office/drawing/2014/main" id="{18D9EC28-6C63-FC9A-7EB5-75E149BC7295}"/>
                </a:ext>
              </a:extLst>
            </p:cNvPr>
            <p:cNvGrpSpPr/>
            <p:nvPr/>
          </p:nvGrpSpPr>
          <p:grpSpPr>
            <a:xfrm>
              <a:off x="4453777" y="1713961"/>
              <a:ext cx="411341" cy="502958"/>
              <a:chOff x="2144688" y="1208830"/>
              <a:chExt cx="349250" cy="427038"/>
            </a:xfrm>
          </p:grpSpPr>
          <p:sp>
            <p:nvSpPr>
              <p:cNvPr id="92" name="Freeform 16">
                <a:extLst>
                  <a:ext uri="{FF2B5EF4-FFF2-40B4-BE49-F238E27FC236}">
                    <a16:creationId xmlns:a16="http://schemas.microsoft.com/office/drawing/2014/main" id="{8BC2141E-AC03-54B3-8F68-AE640AC99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4688" y="1418380"/>
                <a:ext cx="349250" cy="217488"/>
              </a:xfrm>
              <a:custGeom>
                <a:avLst/>
                <a:gdLst>
                  <a:gd name="T0" fmla="*/ 70 w 93"/>
                  <a:gd name="T1" fmla="*/ 0 h 58"/>
                  <a:gd name="T2" fmla="*/ 68 w 93"/>
                  <a:gd name="T3" fmla="*/ 0 h 58"/>
                  <a:gd name="T4" fmla="*/ 46 w 93"/>
                  <a:gd name="T5" fmla="*/ 8 h 58"/>
                  <a:gd name="T6" fmla="*/ 24 w 93"/>
                  <a:gd name="T7" fmla="*/ 0 h 58"/>
                  <a:gd name="T8" fmla="*/ 23 w 93"/>
                  <a:gd name="T9" fmla="*/ 0 h 58"/>
                  <a:gd name="T10" fmla="*/ 0 w 93"/>
                  <a:gd name="T11" fmla="*/ 31 h 58"/>
                  <a:gd name="T12" fmla="*/ 0 w 93"/>
                  <a:gd name="T13" fmla="*/ 58 h 58"/>
                  <a:gd name="T14" fmla="*/ 93 w 93"/>
                  <a:gd name="T15" fmla="*/ 58 h 58"/>
                  <a:gd name="T16" fmla="*/ 93 w 93"/>
                  <a:gd name="T17" fmla="*/ 31 h 58"/>
                  <a:gd name="T18" fmla="*/ 70 w 93"/>
                  <a:gd name="T19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" h="58">
                    <a:moveTo>
                      <a:pt x="70" y="0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62" y="5"/>
                      <a:pt x="55" y="8"/>
                      <a:pt x="46" y="8"/>
                    </a:cubicBezTo>
                    <a:cubicBezTo>
                      <a:pt x="38" y="8"/>
                      <a:pt x="31" y="5"/>
                      <a:pt x="24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0" y="1"/>
                      <a:pt x="0" y="17"/>
                      <a:pt x="0" y="31"/>
                    </a:cubicBezTo>
                    <a:cubicBezTo>
                      <a:pt x="0" y="58"/>
                      <a:pt x="0" y="58"/>
                      <a:pt x="0" y="58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3" y="31"/>
                      <a:pt x="93" y="31"/>
                      <a:pt x="93" y="31"/>
                    </a:cubicBezTo>
                    <a:cubicBezTo>
                      <a:pt x="93" y="17"/>
                      <a:pt x="83" y="1"/>
                      <a:pt x="70" y="0"/>
                    </a:cubicBezTo>
                    <a:close/>
                  </a:path>
                </a:pathLst>
              </a:custGeom>
              <a:solidFill>
                <a:srgbClr val="283F64"/>
              </a:solidFill>
              <a:ln w="190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93" name="Oval 17">
                <a:extLst>
                  <a:ext uri="{FF2B5EF4-FFF2-40B4-BE49-F238E27FC236}">
                    <a16:creationId xmlns:a16="http://schemas.microsoft.com/office/drawing/2014/main" id="{C6556988-A88F-D519-F853-9081BF144F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8188" y="1208830"/>
                <a:ext cx="222250" cy="223838"/>
              </a:xfrm>
              <a:prstGeom prst="ellipse">
                <a:avLst/>
              </a:prstGeom>
              <a:solidFill>
                <a:srgbClr val="283F64"/>
              </a:solidFill>
              <a:ln w="19050" cap="rnd">
                <a:solidFill>
                  <a:schemeClr val="bg1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</p:grpSp>
      </p:grpSp>
      <p:grpSp>
        <p:nvGrpSpPr>
          <p:cNvPr id="98" name="Gruppieren 97">
            <a:extLst>
              <a:ext uri="{FF2B5EF4-FFF2-40B4-BE49-F238E27FC236}">
                <a16:creationId xmlns:a16="http://schemas.microsoft.com/office/drawing/2014/main" id="{2583B3EB-B952-B939-5561-9AFF6672E853}"/>
              </a:ext>
            </a:extLst>
          </p:cNvPr>
          <p:cNvGrpSpPr/>
          <p:nvPr userDrawn="1"/>
        </p:nvGrpSpPr>
        <p:grpSpPr>
          <a:xfrm>
            <a:off x="8339086" y="5859627"/>
            <a:ext cx="565330" cy="521701"/>
            <a:chOff x="4465638" y="2981325"/>
            <a:chExt cx="966787" cy="892175"/>
          </a:xfrm>
        </p:grpSpPr>
        <p:grpSp>
          <p:nvGrpSpPr>
            <p:cNvPr id="99" name="Gruppieren 98">
              <a:extLst>
                <a:ext uri="{FF2B5EF4-FFF2-40B4-BE49-F238E27FC236}">
                  <a16:creationId xmlns:a16="http://schemas.microsoft.com/office/drawing/2014/main" id="{523E2656-AD00-14D9-3623-EEBE5FE51347}"/>
                </a:ext>
              </a:extLst>
            </p:cNvPr>
            <p:cNvGrpSpPr/>
            <p:nvPr/>
          </p:nvGrpSpPr>
          <p:grpSpPr>
            <a:xfrm>
              <a:off x="4465638" y="2981325"/>
              <a:ext cx="966787" cy="892175"/>
              <a:chOff x="4465638" y="2981325"/>
              <a:chExt cx="966787" cy="892175"/>
            </a:xfrm>
          </p:grpSpPr>
          <p:sp>
            <p:nvSpPr>
              <p:cNvPr id="106" name="Freeform 6">
                <a:extLst>
                  <a:ext uri="{FF2B5EF4-FFF2-40B4-BE49-F238E27FC236}">
                    <a16:creationId xmlns:a16="http://schemas.microsoft.com/office/drawing/2014/main" id="{EE52AA3B-685F-7BAA-D1BF-0752EBC24E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5638" y="2981325"/>
                <a:ext cx="966787" cy="892175"/>
              </a:xfrm>
              <a:custGeom>
                <a:avLst/>
                <a:gdLst>
                  <a:gd name="T0" fmla="*/ 258 w 258"/>
                  <a:gd name="T1" fmla="*/ 184 h 238"/>
                  <a:gd name="T2" fmla="*/ 258 w 258"/>
                  <a:gd name="T3" fmla="*/ 184 h 238"/>
                  <a:gd name="T4" fmla="*/ 258 w 258"/>
                  <a:gd name="T5" fmla="*/ 153 h 238"/>
                  <a:gd name="T6" fmla="*/ 258 w 258"/>
                  <a:gd name="T7" fmla="*/ 153 h 238"/>
                  <a:gd name="T8" fmla="*/ 258 w 258"/>
                  <a:gd name="T9" fmla="*/ 18 h 238"/>
                  <a:gd name="T10" fmla="*/ 239 w 258"/>
                  <a:gd name="T11" fmla="*/ 0 h 238"/>
                  <a:gd name="T12" fmla="*/ 19 w 258"/>
                  <a:gd name="T13" fmla="*/ 0 h 238"/>
                  <a:gd name="T14" fmla="*/ 0 w 258"/>
                  <a:gd name="T15" fmla="*/ 18 h 238"/>
                  <a:gd name="T16" fmla="*/ 0 w 258"/>
                  <a:gd name="T17" fmla="*/ 157 h 238"/>
                  <a:gd name="T18" fmla="*/ 0 w 258"/>
                  <a:gd name="T19" fmla="*/ 157 h 238"/>
                  <a:gd name="T20" fmla="*/ 0 w 258"/>
                  <a:gd name="T21" fmla="*/ 182 h 238"/>
                  <a:gd name="T22" fmla="*/ 0 w 258"/>
                  <a:gd name="T23" fmla="*/ 182 h 238"/>
                  <a:gd name="T24" fmla="*/ 0 w 258"/>
                  <a:gd name="T25" fmla="*/ 184 h 238"/>
                  <a:gd name="T26" fmla="*/ 0 w 258"/>
                  <a:gd name="T27" fmla="*/ 184 h 238"/>
                  <a:gd name="T28" fmla="*/ 0 w 258"/>
                  <a:gd name="T29" fmla="*/ 184 h 238"/>
                  <a:gd name="T30" fmla="*/ 0 w 258"/>
                  <a:gd name="T31" fmla="*/ 184 h 238"/>
                  <a:gd name="T32" fmla="*/ 17 w 258"/>
                  <a:gd name="T33" fmla="*/ 200 h 238"/>
                  <a:gd name="T34" fmla="*/ 100 w 258"/>
                  <a:gd name="T35" fmla="*/ 200 h 238"/>
                  <a:gd name="T36" fmla="*/ 73 w 258"/>
                  <a:gd name="T37" fmla="*/ 224 h 238"/>
                  <a:gd name="T38" fmla="*/ 74 w 258"/>
                  <a:gd name="T39" fmla="*/ 224 h 238"/>
                  <a:gd name="T40" fmla="*/ 67 w 258"/>
                  <a:gd name="T41" fmla="*/ 231 h 238"/>
                  <a:gd name="T42" fmla="*/ 74 w 258"/>
                  <a:gd name="T43" fmla="*/ 238 h 238"/>
                  <a:gd name="T44" fmla="*/ 184 w 258"/>
                  <a:gd name="T45" fmla="*/ 238 h 238"/>
                  <a:gd name="T46" fmla="*/ 191 w 258"/>
                  <a:gd name="T47" fmla="*/ 231 h 238"/>
                  <a:gd name="T48" fmla="*/ 184 w 258"/>
                  <a:gd name="T49" fmla="*/ 224 h 238"/>
                  <a:gd name="T50" fmla="*/ 185 w 258"/>
                  <a:gd name="T51" fmla="*/ 224 h 238"/>
                  <a:gd name="T52" fmla="*/ 158 w 258"/>
                  <a:gd name="T53" fmla="*/ 200 h 238"/>
                  <a:gd name="T54" fmla="*/ 242 w 258"/>
                  <a:gd name="T55" fmla="*/ 200 h 238"/>
                  <a:gd name="T56" fmla="*/ 258 w 258"/>
                  <a:gd name="T57" fmla="*/ 184 h 2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258" h="238">
                    <a:moveTo>
                      <a:pt x="258" y="184"/>
                    </a:moveTo>
                    <a:cubicBezTo>
                      <a:pt x="258" y="184"/>
                      <a:pt x="258" y="184"/>
                      <a:pt x="258" y="184"/>
                    </a:cubicBezTo>
                    <a:cubicBezTo>
                      <a:pt x="258" y="153"/>
                      <a:pt x="258" y="153"/>
                      <a:pt x="258" y="153"/>
                    </a:cubicBezTo>
                    <a:cubicBezTo>
                      <a:pt x="258" y="153"/>
                      <a:pt x="258" y="153"/>
                      <a:pt x="258" y="153"/>
                    </a:cubicBezTo>
                    <a:cubicBezTo>
                      <a:pt x="258" y="18"/>
                      <a:pt x="258" y="18"/>
                      <a:pt x="258" y="18"/>
                    </a:cubicBezTo>
                    <a:cubicBezTo>
                      <a:pt x="258" y="8"/>
                      <a:pt x="250" y="0"/>
                      <a:pt x="239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9" y="0"/>
                      <a:pt x="0" y="8"/>
                      <a:pt x="0" y="18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2"/>
                      <a:pt x="0" y="182"/>
                      <a:pt x="0" y="182"/>
                    </a:cubicBezTo>
                    <a:cubicBezTo>
                      <a:pt x="0" y="184"/>
                      <a:pt x="0" y="184"/>
                      <a:pt x="0" y="184"/>
                    </a:cubicBezTo>
                    <a:cubicBezTo>
                      <a:pt x="0" y="184"/>
                      <a:pt x="0" y="184"/>
                      <a:pt x="0" y="184"/>
                    </a:cubicBezTo>
                    <a:cubicBezTo>
                      <a:pt x="0" y="184"/>
                      <a:pt x="0" y="184"/>
                      <a:pt x="0" y="184"/>
                    </a:cubicBezTo>
                    <a:cubicBezTo>
                      <a:pt x="0" y="184"/>
                      <a:pt x="0" y="184"/>
                      <a:pt x="0" y="184"/>
                    </a:cubicBezTo>
                    <a:cubicBezTo>
                      <a:pt x="0" y="193"/>
                      <a:pt x="8" y="200"/>
                      <a:pt x="17" y="200"/>
                    </a:cubicBezTo>
                    <a:cubicBezTo>
                      <a:pt x="100" y="200"/>
                      <a:pt x="100" y="200"/>
                      <a:pt x="100" y="200"/>
                    </a:cubicBezTo>
                    <a:cubicBezTo>
                      <a:pt x="100" y="204"/>
                      <a:pt x="98" y="221"/>
                      <a:pt x="73" y="224"/>
                    </a:cubicBezTo>
                    <a:cubicBezTo>
                      <a:pt x="74" y="224"/>
                      <a:pt x="74" y="224"/>
                      <a:pt x="74" y="224"/>
                    </a:cubicBezTo>
                    <a:cubicBezTo>
                      <a:pt x="70" y="224"/>
                      <a:pt x="67" y="227"/>
                      <a:pt x="67" y="231"/>
                    </a:cubicBezTo>
                    <a:cubicBezTo>
                      <a:pt x="67" y="235"/>
                      <a:pt x="70" y="238"/>
                      <a:pt x="74" y="238"/>
                    </a:cubicBezTo>
                    <a:cubicBezTo>
                      <a:pt x="184" y="238"/>
                      <a:pt x="184" y="238"/>
                      <a:pt x="184" y="238"/>
                    </a:cubicBezTo>
                    <a:cubicBezTo>
                      <a:pt x="188" y="238"/>
                      <a:pt x="191" y="235"/>
                      <a:pt x="191" y="231"/>
                    </a:cubicBezTo>
                    <a:cubicBezTo>
                      <a:pt x="191" y="227"/>
                      <a:pt x="188" y="224"/>
                      <a:pt x="184" y="224"/>
                    </a:cubicBezTo>
                    <a:cubicBezTo>
                      <a:pt x="185" y="224"/>
                      <a:pt x="185" y="224"/>
                      <a:pt x="185" y="224"/>
                    </a:cubicBezTo>
                    <a:cubicBezTo>
                      <a:pt x="160" y="221"/>
                      <a:pt x="158" y="204"/>
                      <a:pt x="158" y="200"/>
                    </a:cubicBezTo>
                    <a:cubicBezTo>
                      <a:pt x="242" y="200"/>
                      <a:pt x="242" y="200"/>
                      <a:pt x="242" y="200"/>
                    </a:cubicBezTo>
                    <a:cubicBezTo>
                      <a:pt x="250" y="200"/>
                      <a:pt x="258" y="193"/>
                      <a:pt x="258" y="184"/>
                    </a:cubicBezTo>
                  </a:path>
                </a:pathLst>
              </a:custGeom>
              <a:solidFill>
                <a:srgbClr val="283F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107" name="Oval 7">
                <a:extLst>
                  <a:ext uri="{FF2B5EF4-FFF2-40B4-BE49-F238E27FC236}">
                    <a16:creationId xmlns:a16="http://schemas.microsoft.com/office/drawing/2014/main" id="{120C077C-AAF9-C7A8-CD88-C2507B5A80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4900" y="3625850"/>
                <a:ext cx="66675" cy="71438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108" name="Freeform 8">
                <a:extLst>
                  <a:ext uri="{FF2B5EF4-FFF2-40B4-BE49-F238E27FC236}">
                    <a16:creationId xmlns:a16="http://schemas.microsoft.com/office/drawing/2014/main" id="{62D09EA7-3281-0F69-3B81-49C77CFCA5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4375" y="3036888"/>
                <a:ext cx="850900" cy="544513"/>
              </a:xfrm>
              <a:custGeom>
                <a:avLst/>
                <a:gdLst>
                  <a:gd name="T0" fmla="*/ 3 w 227"/>
                  <a:gd name="T1" fmla="*/ 145 h 145"/>
                  <a:gd name="T2" fmla="*/ 0 w 227"/>
                  <a:gd name="T3" fmla="*/ 142 h 145"/>
                  <a:gd name="T4" fmla="*/ 0 w 227"/>
                  <a:gd name="T5" fmla="*/ 3 h 145"/>
                  <a:gd name="T6" fmla="*/ 3 w 227"/>
                  <a:gd name="T7" fmla="*/ 0 h 145"/>
                  <a:gd name="T8" fmla="*/ 223 w 227"/>
                  <a:gd name="T9" fmla="*/ 0 h 145"/>
                  <a:gd name="T10" fmla="*/ 227 w 227"/>
                  <a:gd name="T11" fmla="*/ 3 h 145"/>
                  <a:gd name="T12" fmla="*/ 227 w 227"/>
                  <a:gd name="T13" fmla="*/ 142 h 145"/>
                  <a:gd name="T14" fmla="*/ 223 w 227"/>
                  <a:gd name="T15" fmla="*/ 145 h 145"/>
                  <a:gd name="T16" fmla="*/ 3 w 227"/>
                  <a:gd name="T17" fmla="*/ 14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27" h="145">
                    <a:moveTo>
                      <a:pt x="3" y="145"/>
                    </a:moveTo>
                    <a:cubicBezTo>
                      <a:pt x="1" y="145"/>
                      <a:pt x="0" y="143"/>
                      <a:pt x="0" y="142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223" y="0"/>
                      <a:pt x="223" y="0"/>
                      <a:pt x="223" y="0"/>
                    </a:cubicBezTo>
                    <a:cubicBezTo>
                      <a:pt x="225" y="0"/>
                      <a:pt x="227" y="1"/>
                      <a:pt x="227" y="3"/>
                    </a:cubicBezTo>
                    <a:cubicBezTo>
                      <a:pt x="227" y="142"/>
                      <a:pt x="227" y="142"/>
                      <a:pt x="227" y="142"/>
                    </a:cubicBezTo>
                    <a:cubicBezTo>
                      <a:pt x="227" y="143"/>
                      <a:pt x="225" y="145"/>
                      <a:pt x="223" y="145"/>
                    </a:cubicBezTo>
                    <a:lnTo>
                      <a:pt x="3" y="14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</p:grpSp>
        <p:grpSp>
          <p:nvGrpSpPr>
            <p:cNvPr id="100" name="Gruppieren 99">
              <a:extLst>
                <a:ext uri="{FF2B5EF4-FFF2-40B4-BE49-F238E27FC236}">
                  <a16:creationId xmlns:a16="http://schemas.microsoft.com/office/drawing/2014/main" id="{79468977-39A5-BD09-856F-DB25A4F8C849}"/>
                </a:ext>
              </a:extLst>
            </p:cNvPr>
            <p:cNvGrpSpPr/>
            <p:nvPr/>
          </p:nvGrpSpPr>
          <p:grpSpPr>
            <a:xfrm>
              <a:off x="4581525" y="3097213"/>
              <a:ext cx="738187" cy="423863"/>
              <a:chOff x="4581525" y="3097213"/>
              <a:chExt cx="738187" cy="423863"/>
            </a:xfrm>
          </p:grpSpPr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A9C290F7-F0DB-9400-89B4-5843517C0D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81525" y="3097213"/>
                <a:ext cx="738187" cy="168275"/>
              </a:xfrm>
              <a:prstGeom prst="rect">
                <a:avLst/>
              </a:prstGeom>
              <a:solidFill>
                <a:srgbClr val="283F6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ACDD1473-36E0-9862-C8DE-7529C77722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99050" y="3325813"/>
                <a:ext cx="220662" cy="195263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A76BBB7D-C44F-7AAD-10B7-44B8F3B2D0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81525" y="3325813"/>
                <a:ext cx="452437" cy="44450"/>
              </a:xfrm>
              <a:prstGeom prst="rect">
                <a:avLst/>
              </a:prstGeom>
              <a:solidFill>
                <a:srgbClr val="283F6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492F63D8-3166-FCFB-69C0-EEDC0BB14E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81525" y="3400425"/>
                <a:ext cx="452437" cy="46038"/>
              </a:xfrm>
              <a:prstGeom prst="rect">
                <a:avLst/>
              </a:prstGeom>
              <a:solidFill>
                <a:srgbClr val="283F6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F1E1DA7-B88F-194C-74B6-1C0688D3C2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81525" y="3476625"/>
                <a:ext cx="452437" cy="44450"/>
              </a:xfrm>
              <a:prstGeom prst="rect">
                <a:avLst/>
              </a:prstGeom>
              <a:solidFill>
                <a:srgbClr val="283F64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cs typeface="Arial" charset="0"/>
                </a:endParaRPr>
              </a:p>
            </p:txBody>
          </p:sp>
        </p:grpSp>
      </p:grpSp>
      <p:grpSp>
        <p:nvGrpSpPr>
          <p:cNvPr id="109" name="Gruppieren 108">
            <a:extLst>
              <a:ext uri="{FF2B5EF4-FFF2-40B4-BE49-F238E27FC236}">
                <a16:creationId xmlns:a16="http://schemas.microsoft.com/office/drawing/2014/main" id="{09684F2A-742D-134C-1786-F9AAE16F9523}"/>
              </a:ext>
            </a:extLst>
          </p:cNvPr>
          <p:cNvGrpSpPr/>
          <p:nvPr userDrawn="1"/>
        </p:nvGrpSpPr>
        <p:grpSpPr>
          <a:xfrm>
            <a:off x="8364359" y="3514656"/>
            <a:ext cx="514785" cy="513230"/>
            <a:chOff x="2385532" y="1335474"/>
            <a:chExt cx="617111" cy="615247"/>
          </a:xfrm>
        </p:grpSpPr>
        <p:sp>
          <p:nvSpPr>
            <p:cNvPr id="110" name="Oval 7">
              <a:extLst>
                <a:ext uri="{FF2B5EF4-FFF2-40B4-BE49-F238E27FC236}">
                  <a16:creationId xmlns:a16="http://schemas.microsoft.com/office/drawing/2014/main" id="{804CA213-417B-8104-4A1C-8930BDEBED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5532" y="1335474"/>
              <a:ext cx="617111" cy="615247"/>
            </a:xfrm>
            <a:prstGeom prst="ellipse">
              <a:avLst/>
            </a:prstGeom>
            <a:solidFill>
              <a:srgbClr val="283F64"/>
            </a:solidFill>
            <a:ln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grpSp>
          <p:nvGrpSpPr>
            <p:cNvPr id="111" name="Gruppieren 110">
              <a:extLst>
                <a:ext uri="{FF2B5EF4-FFF2-40B4-BE49-F238E27FC236}">
                  <a16:creationId xmlns:a16="http://schemas.microsoft.com/office/drawing/2014/main" id="{D8DD5AAA-D312-67FB-9140-F7DDF8595D21}"/>
                </a:ext>
              </a:extLst>
            </p:cNvPr>
            <p:cNvGrpSpPr/>
            <p:nvPr/>
          </p:nvGrpSpPr>
          <p:grpSpPr>
            <a:xfrm>
              <a:off x="2488759" y="1443107"/>
              <a:ext cx="410657" cy="407773"/>
              <a:chOff x="4746637" y="3227241"/>
              <a:chExt cx="410657" cy="407773"/>
            </a:xfrm>
            <a:solidFill>
              <a:schemeClr val="bg1"/>
            </a:solidFill>
          </p:grpSpPr>
          <p:sp>
            <p:nvSpPr>
              <p:cNvPr id="114" name="Ellipse 113">
                <a:extLst>
                  <a:ext uri="{FF2B5EF4-FFF2-40B4-BE49-F238E27FC236}">
                    <a16:creationId xmlns:a16="http://schemas.microsoft.com/office/drawing/2014/main" id="{153C3329-F894-34F9-1C18-23719D4F05A9}"/>
                  </a:ext>
                </a:extLst>
              </p:cNvPr>
              <p:cNvSpPr/>
              <p:nvPr/>
            </p:nvSpPr>
            <p:spPr bwMode="gray">
              <a:xfrm>
                <a:off x="4771879" y="3504103"/>
                <a:ext cx="41564" cy="415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t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  <p:sp>
            <p:nvSpPr>
              <p:cNvPr id="115" name="Ellipse 114">
                <a:extLst>
                  <a:ext uri="{FF2B5EF4-FFF2-40B4-BE49-F238E27FC236}">
                    <a16:creationId xmlns:a16="http://schemas.microsoft.com/office/drawing/2014/main" id="{93EE7CDA-2841-6A01-60F1-4222D518730C}"/>
                  </a:ext>
                </a:extLst>
              </p:cNvPr>
              <p:cNvSpPr/>
              <p:nvPr/>
            </p:nvSpPr>
            <p:spPr bwMode="gray">
              <a:xfrm>
                <a:off x="4842059" y="3566961"/>
                <a:ext cx="41564" cy="415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t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  <p:sp>
            <p:nvSpPr>
              <p:cNvPr id="116" name="Ellipse 115">
                <a:extLst>
                  <a:ext uri="{FF2B5EF4-FFF2-40B4-BE49-F238E27FC236}">
                    <a16:creationId xmlns:a16="http://schemas.microsoft.com/office/drawing/2014/main" id="{D3364C5E-3757-F4EB-F4B2-27FC40D256FB}"/>
                  </a:ext>
                </a:extLst>
              </p:cNvPr>
              <p:cNvSpPr/>
              <p:nvPr/>
            </p:nvSpPr>
            <p:spPr bwMode="gray">
              <a:xfrm>
                <a:off x="4929306" y="3593449"/>
                <a:ext cx="41564" cy="415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t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  <p:sp>
            <p:nvSpPr>
              <p:cNvPr id="117" name="Ellipse 116">
                <a:extLst>
                  <a:ext uri="{FF2B5EF4-FFF2-40B4-BE49-F238E27FC236}">
                    <a16:creationId xmlns:a16="http://schemas.microsoft.com/office/drawing/2014/main" id="{216AB100-F8B6-1553-F7D4-128229C69BE1}"/>
                  </a:ext>
                </a:extLst>
              </p:cNvPr>
              <p:cNvSpPr/>
              <p:nvPr/>
            </p:nvSpPr>
            <p:spPr bwMode="gray">
              <a:xfrm>
                <a:off x="5020239" y="3566961"/>
                <a:ext cx="41564" cy="415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t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  <p:sp>
            <p:nvSpPr>
              <p:cNvPr id="118" name="Ellipse 117">
                <a:extLst>
                  <a:ext uri="{FF2B5EF4-FFF2-40B4-BE49-F238E27FC236}">
                    <a16:creationId xmlns:a16="http://schemas.microsoft.com/office/drawing/2014/main" id="{6105C93D-2230-2828-2C12-BA9C2A509A68}"/>
                  </a:ext>
                </a:extLst>
              </p:cNvPr>
              <p:cNvSpPr/>
              <p:nvPr/>
            </p:nvSpPr>
            <p:spPr bwMode="gray">
              <a:xfrm>
                <a:off x="5091921" y="3504103"/>
                <a:ext cx="41564" cy="415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t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  <p:sp>
            <p:nvSpPr>
              <p:cNvPr id="119" name="Ellipse 118">
                <a:extLst>
                  <a:ext uri="{FF2B5EF4-FFF2-40B4-BE49-F238E27FC236}">
                    <a16:creationId xmlns:a16="http://schemas.microsoft.com/office/drawing/2014/main" id="{72BB767A-D370-661B-0666-50E5FB461EFF}"/>
                  </a:ext>
                </a:extLst>
              </p:cNvPr>
              <p:cNvSpPr/>
              <p:nvPr/>
            </p:nvSpPr>
            <p:spPr bwMode="gray">
              <a:xfrm>
                <a:off x="5115730" y="3410345"/>
                <a:ext cx="41564" cy="415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t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  <p:sp>
            <p:nvSpPr>
              <p:cNvPr id="120" name="Ellipse 119">
                <a:extLst>
                  <a:ext uri="{FF2B5EF4-FFF2-40B4-BE49-F238E27FC236}">
                    <a16:creationId xmlns:a16="http://schemas.microsoft.com/office/drawing/2014/main" id="{46C63302-2E48-9E87-7026-FE790DD560D0}"/>
                  </a:ext>
                </a:extLst>
              </p:cNvPr>
              <p:cNvSpPr/>
              <p:nvPr/>
            </p:nvSpPr>
            <p:spPr bwMode="gray">
              <a:xfrm>
                <a:off x="4746637" y="3410345"/>
                <a:ext cx="41564" cy="415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t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  <p:sp>
            <p:nvSpPr>
              <p:cNvPr id="121" name="Ellipse 120">
                <a:extLst>
                  <a:ext uri="{FF2B5EF4-FFF2-40B4-BE49-F238E27FC236}">
                    <a16:creationId xmlns:a16="http://schemas.microsoft.com/office/drawing/2014/main" id="{67FC9395-CDB3-4622-6828-358D0061D9CA}"/>
                  </a:ext>
                </a:extLst>
              </p:cNvPr>
              <p:cNvSpPr/>
              <p:nvPr/>
            </p:nvSpPr>
            <p:spPr bwMode="gray">
              <a:xfrm>
                <a:off x="4929306" y="3227241"/>
                <a:ext cx="41564" cy="415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t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  <p:sp>
            <p:nvSpPr>
              <p:cNvPr id="122" name="Ellipse 121">
                <a:extLst>
                  <a:ext uri="{FF2B5EF4-FFF2-40B4-BE49-F238E27FC236}">
                    <a16:creationId xmlns:a16="http://schemas.microsoft.com/office/drawing/2014/main" id="{54D360CF-F7BE-DA1A-86E3-B406FF0BB438}"/>
                  </a:ext>
                </a:extLst>
              </p:cNvPr>
              <p:cNvSpPr/>
              <p:nvPr/>
            </p:nvSpPr>
            <p:spPr bwMode="gray">
              <a:xfrm>
                <a:off x="4842059" y="3254072"/>
                <a:ext cx="41564" cy="415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t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  <p:sp>
            <p:nvSpPr>
              <p:cNvPr id="123" name="Ellipse 122">
                <a:extLst>
                  <a:ext uri="{FF2B5EF4-FFF2-40B4-BE49-F238E27FC236}">
                    <a16:creationId xmlns:a16="http://schemas.microsoft.com/office/drawing/2014/main" id="{EC39EE37-33D5-A0EB-F521-BECFC9066C93}"/>
                  </a:ext>
                </a:extLst>
              </p:cNvPr>
              <p:cNvSpPr/>
              <p:nvPr/>
            </p:nvSpPr>
            <p:spPr bwMode="gray">
              <a:xfrm>
                <a:off x="5020239" y="3254072"/>
                <a:ext cx="41564" cy="415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t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  <p:sp>
            <p:nvSpPr>
              <p:cNvPr id="124" name="Ellipse 123">
                <a:extLst>
                  <a:ext uri="{FF2B5EF4-FFF2-40B4-BE49-F238E27FC236}">
                    <a16:creationId xmlns:a16="http://schemas.microsoft.com/office/drawing/2014/main" id="{593B5D9F-6A66-EEF7-9932-6446374A8D10}"/>
                  </a:ext>
                </a:extLst>
              </p:cNvPr>
              <p:cNvSpPr/>
              <p:nvPr/>
            </p:nvSpPr>
            <p:spPr bwMode="gray">
              <a:xfrm>
                <a:off x="4771879" y="3318366"/>
                <a:ext cx="41564" cy="415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t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  <p:sp>
            <p:nvSpPr>
              <p:cNvPr id="125" name="Ellipse 124">
                <a:extLst>
                  <a:ext uri="{FF2B5EF4-FFF2-40B4-BE49-F238E27FC236}">
                    <a16:creationId xmlns:a16="http://schemas.microsoft.com/office/drawing/2014/main" id="{69B9DD42-1F65-7073-573F-F229D7D36D00}"/>
                  </a:ext>
                </a:extLst>
              </p:cNvPr>
              <p:cNvSpPr/>
              <p:nvPr/>
            </p:nvSpPr>
            <p:spPr bwMode="gray">
              <a:xfrm>
                <a:off x="5091921" y="3318366"/>
                <a:ext cx="41564" cy="4156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0" rIns="72000" bIns="0" rtlCol="0" anchor="t"/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1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de-DE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cs typeface="Arial"/>
                </a:endParaRPr>
              </a:p>
            </p:txBody>
          </p:sp>
        </p:grpSp>
        <p:sp>
          <p:nvSpPr>
            <p:cNvPr id="112" name="Freeform 41">
              <a:extLst>
                <a:ext uri="{FF2B5EF4-FFF2-40B4-BE49-F238E27FC236}">
                  <a16:creationId xmlns:a16="http://schemas.microsoft.com/office/drawing/2014/main" id="{EC1ADBDA-17EF-B643-E8A8-88F49DFC9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6938" y="1531180"/>
              <a:ext cx="247650" cy="176213"/>
            </a:xfrm>
            <a:custGeom>
              <a:avLst/>
              <a:gdLst>
                <a:gd name="T0" fmla="*/ 64 w 66"/>
                <a:gd name="T1" fmla="*/ 3 h 47"/>
                <a:gd name="T2" fmla="*/ 56 w 66"/>
                <a:gd name="T3" fmla="*/ 1 h 47"/>
                <a:gd name="T4" fmla="*/ 22 w 66"/>
                <a:gd name="T5" fmla="*/ 18 h 47"/>
                <a:gd name="T6" fmla="*/ 16 w 66"/>
                <a:gd name="T7" fmla="*/ 16 h 47"/>
                <a:gd name="T8" fmla="*/ 0 w 66"/>
                <a:gd name="T9" fmla="*/ 32 h 47"/>
                <a:gd name="T10" fmla="*/ 16 w 66"/>
                <a:gd name="T11" fmla="*/ 47 h 47"/>
                <a:gd name="T12" fmla="*/ 31 w 66"/>
                <a:gd name="T13" fmla="*/ 33 h 47"/>
                <a:gd name="T14" fmla="*/ 62 w 66"/>
                <a:gd name="T15" fmla="*/ 11 h 47"/>
                <a:gd name="T16" fmla="*/ 64 w 66"/>
                <a:gd name="T17" fmla="*/ 3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" h="47">
                  <a:moveTo>
                    <a:pt x="64" y="3"/>
                  </a:moveTo>
                  <a:cubicBezTo>
                    <a:pt x="62" y="1"/>
                    <a:pt x="59" y="0"/>
                    <a:pt x="56" y="1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0" y="17"/>
                    <a:pt x="18" y="16"/>
                    <a:pt x="16" y="16"/>
                  </a:cubicBezTo>
                  <a:cubicBezTo>
                    <a:pt x="7" y="16"/>
                    <a:pt x="0" y="23"/>
                    <a:pt x="0" y="32"/>
                  </a:cubicBezTo>
                  <a:cubicBezTo>
                    <a:pt x="0" y="40"/>
                    <a:pt x="7" y="47"/>
                    <a:pt x="16" y="47"/>
                  </a:cubicBezTo>
                  <a:cubicBezTo>
                    <a:pt x="24" y="47"/>
                    <a:pt x="30" y="41"/>
                    <a:pt x="31" y="33"/>
                  </a:cubicBezTo>
                  <a:cubicBezTo>
                    <a:pt x="62" y="11"/>
                    <a:pt x="62" y="11"/>
                    <a:pt x="62" y="11"/>
                  </a:cubicBezTo>
                  <a:cubicBezTo>
                    <a:pt x="65" y="9"/>
                    <a:pt x="66" y="6"/>
                    <a:pt x="64" y="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  <p:sp>
          <p:nvSpPr>
            <p:cNvPr id="113" name="Freeform 42">
              <a:extLst>
                <a:ext uri="{FF2B5EF4-FFF2-40B4-BE49-F238E27FC236}">
                  <a16:creationId xmlns:a16="http://schemas.microsoft.com/office/drawing/2014/main" id="{9287F30B-DEFB-D860-DC2A-E89A51031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4538" y="1440692"/>
              <a:ext cx="358775" cy="231775"/>
            </a:xfrm>
            <a:custGeom>
              <a:avLst/>
              <a:gdLst>
                <a:gd name="T0" fmla="*/ 96 w 96"/>
                <a:gd name="T1" fmla="*/ 14 h 62"/>
                <a:gd name="T2" fmla="*/ 58 w 96"/>
                <a:gd name="T3" fmla="*/ 0 h 62"/>
                <a:gd name="T4" fmla="*/ 0 w 96"/>
                <a:gd name="T5" fmla="*/ 55 h 62"/>
                <a:gd name="T6" fmla="*/ 7 w 96"/>
                <a:gd name="T7" fmla="*/ 62 h 62"/>
                <a:gd name="T8" fmla="*/ 14 w 96"/>
                <a:gd name="T9" fmla="*/ 55 h 62"/>
                <a:gd name="T10" fmla="*/ 58 w 96"/>
                <a:gd name="T11" fmla="*/ 14 h 62"/>
                <a:gd name="T12" fmla="*/ 81 w 96"/>
                <a:gd name="T13" fmla="*/ 20 h 62"/>
                <a:gd name="T14" fmla="*/ 96 w 96"/>
                <a:gd name="T15" fmla="*/ 14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6" h="62">
                  <a:moveTo>
                    <a:pt x="96" y="14"/>
                  </a:moveTo>
                  <a:cubicBezTo>
                    <a:pt x="86" y="5"/>
                    <a:pt x="72" y="0"/>
                    <a:pt x="58" y="0"/>
                  </a:cubicBezTo>
                  <a:cubicBezTo>
                    <a:pt x="26" y="0"/>
                    <a:pt x="0" y="25"/>
                    <a:pt x="0" y="55"/>
                  </a:cubicBezTo>
                  <a:cubicBezTo>
                    <a:pt x="0" y="59"/>
                    <a:pt x="3" y="62"/>
                    <a:pt x="7" y="62"/>
                  </a:cubicBezTo>
                  <a:cubicBezTo>
                    <a:pt x="11" y="62"/>
                    <a:pt x="14" y="59"/>
                    <a:pt x="14" y="55"/>
                  </a:cubicBezTo>
                  <a:cubicBezTo>
                    <a:pt x="14" y="32"/>
                    <a:pt x="34" y="14"/>
                    <a:pt x="58" y="14"/>
                  </a:cubicBezTo>
                  <a:cubicBezTo>
                    <a:pt x="66" y="14"/>
                    <a:pt x="74" y="16"/>
                    <a:pt x="81" y="20"/>
                  </a:cubicBezTo>
                  <a:lnTo>
                    <a:pt x="96" y="1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cs typeface="Arial" charset="0"/>
              </a:endParaRPr>
            </a:p>
          </p:txBody>
        </p:sp>
      </p:grpSp>
      <p:sp>
        <p:nvSpPr>
          <p:cNvPr id="126" name="Textplatzhalter 85">
            <a:extLst>
              <a:ext uri="{FF2B5EF4-FFF2-40B4-BE49-F238E27FC236}">
                <a16:creationId xmlns:a16="http://schemas.microsoft.com/office/drawing/2014/main" id="{1340D1C5-89D4-A48B-E648-050C2988F19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48748" y="3668295"/>
            <a:ext cx="2636838" cy="205952"/>
          </a:xfrm>
        </p:spPr>
        <p:txBody>
          <a:bodyPr/>
          <a:lstStyle>
            <a:lvl1pPr>
              <a:spcBef>
                <a:spcPts val="200"/>
              </a:spcBef>
              <a:buFontTx/>
              <a:buNone/>
              <a:defRPr sz="1400">
                <a:solidFill>
                  <a:srgbClr val="283F64"/>
                </a:solidFill>
              </a:defRPr>
            </a:lvl1pPr>
            <a:lvl2pPr>
              <a:defRPr>
                <a:solidFill>
                  <a:srgbClr val="283F64"/>
                </a:solidFill>
              </a:defRPr>
            </a:lvl2pPr>
            <a:lvl3pPr>
              <a:defRPr>
                <a:solidFill>
                  <a:srgbClr val="283F64"/>
                </a:solidFill>
              </a:defRPr>
            </a:lvl3pPr>
            <a:lvl4pPr>
              <a:defRPr>
                <a:solidFill>
                  <a:srgbClr val="283F64"/>
                </a:solidFill>
              </a:defRPr>
            </a:lvl4pPr>
            <a:lvl5pPr>
              <a:defRPr>
                <a:solidFill>
                  <a:srgbClr val="283F64"/>
                </a:solidFill>
              </a:defRPr>
            </a:lvl5pPr>
          </a:lstStyle>
          <a:p>
            <a:pPr lvl="0"/>
            <a:r>
              <a:rPr lang="de-DE" dirty="0"/>
              <a:t>Dauer</a:t>
            </a:r>
          </a:p>
        </p:txBody>
      </p:sp>
      <p:sp>
        <p:nvSpPr>
          <p:cNvPr id="127" name="Textplatzhalter 85">
            <a:extLst>
              <a:ext uri="{FF2B5EF4-FFF2-40B4-BE49-F238E27FC236}">
                <a16:creationId xmlns:a16="http://schemas.microsoft.com/office/drawing/2014/main" id="{9C9635AC-E4A0-4E36-DE15-B56D87BE455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048748" y="4821966"/>
            <a:ext cx="2636838" cy="218566"/>
          </a:xfrm>
        </p:spPr>
        <p:txBody>
          <a:bodyPr/>
          <a:lstStyle>
            <a:lvl1pPr>
              <a:spcBef>
                <a:spcPts val="200"/>
              </a:spcBef>
              <a:buFontTx/>
              <a:buNone/>
              <a:defRPr sz="1400">
                <a:solidFill>
                  <a:srgbClr val="283F64"/>
                </a:solidFill>
              </a:defRPr>
            </a:lvl1pPr>
            <a:lvl2pPr>
              <a:defRPr>
                <a:solidFill>
                  <a:srgbClr val="283F64"/>
                </a:solidFill>
              </a:defRPr>
            </a:lvl2pPr>
            <a:lvl3pPr>
              <a:defRPr>
                <a:solidFill>
                  <a:srgbClr val="283F64"/>
                </a:solidFill>
              </a:defRPr>
            </a:lvl3pPr>
            <a:lvl4pPr>
              <a:defRPr>
                <a:solidFill>
                  <a:srgbClr val="283F64"/>
                </a:solidFill>
              </a:defRPr>
            </a:lvl4pPr>
            <a:lvl5pPr>
              <a:defRPr>
                <a:solidFill>
                  <a:srgbClr val="283F64"/>
                </a:solidFill>
              </a:defRPr>
            </a:lvl5pPr>
          </a:lstStyle>
          <a:p>
            <a:pPr lvl="0"/>
            <a:r>
              <a:rPr lang="de-DE" dirty="0"/>
              <a:t>Projektteam</a:t>
            </a:r>
          </a:p>
        </p:txBody>
      </p:sp>
      <p:sp>
        <p:nvSpPr>
          <p:cNvPr id="128" name="Textplatzhalter 85">
            <a:extLst>
              <a:ext uri="{FF2B5EF4-FFF2-40B4-BE49-F238E27FC236}">
                <a16:creationId xmlns:a16="http://schemas.microsoft.com/office/drawing/2014/main" id="{CC43B5BC-1C6C-AC61-61AF-1382CFF7D41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8748" y="6011456"/>
            <a:ext cx="2636838" cy="218042"/>
          </a:xfrm>
        </p:spPr>
        <p:txBody>
          <a:bodyPr/>
          <a:lstStyle>
            <a:lvl1pPr>
              <a:spcBef>
                <a:spcPts val="200"/>
              </a:spcBef>
              <a:buFontTx/>
              <a:buNone/>
              <a:defRPr sz="1400">
                <a:solidFill>
                  <a:srgbClr val="283F64"/>
                </a:solidFill>
              </a:defRPr>
            </a:lvl1pPr>
            <a:lvl2pPr>
              <a:defRPr>
                <a:solidFill>
                  <a:srgbClr val="283F64"/>
                </a:solidFill>
              </a:defRPr>
            </a:lvl2pPr>
            <a:lvl3pPr>
              <a:defRPr>
                <a:solidFill>
                  <a:srgbClr val="283F64"/>
                </a:solidFill>
              </a:defRPr>
            </a:lvl3pPr>
            <a:lvl4pPr>
              <a:defRPr>
                <a:solidFill>
                  <a:srgbClr val="283F64"/>
                </a:solidFill>
              </a:defRPr>
            </a:lvl4pPr>
            <a:lvl5pPr>
              <a:defRPr>
                <a:solidFill>
                  <a:srgbClr val="283F64"/>
                </a:solidFill>
              </a:defRPr>
            </a:lvl5pPr>
          </a:lstStyle>
          <a:p>
            <a:pPr lvl="0"/>
            <a:r>
              <a:rPr lang="de-DE" dirty="0"/>
              <a:t>Umfeld</a:t>
            </a:r>
          </a:p>
        </p:txBody>
      </p:sp>
    </p:spTree>
    <p:extLst>
      <p:ext uri="{BB962C8B-B14F-4D97-AF65-F5344CB8AC3E}">
        <p14:creationId xmlns:p14="http://schemas.microsoft.com/office/powerpoint/2010/main" val="5036908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_2_Kontak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ACC126C0-CB14-F455-29FE-F3B427E62B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2363" b="-23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AC215F3-11B9-6928-9768-D92A4813B8F1}"/>
              </a:ext>
            </a:extLst>
          </p:cNvPr>
          <p:cNvSpPr/>
          <p:nvPr userDrawn="1"/>
        </p:nvSpPr>
        <p:spPr>
          <a:xfrm>
            <a:off x="-24681" y="0"/>
            <a:ext cx="12192000" cy="6858000"/>
          </a:xfrm>
          <a:prstGeom prst="rect">
            <a:avLst/>
          </a:prstGeom>
          <a:solidFill>
            <a:srgbClr val="283F64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917CD3B-2A3D-DFF2-BADF-50BDE6DE92A2}"/>
              </a:ext>
            </a:extLst>
          </p:cNvPr>
          <p:cNvSpPr/>
          <p:nvPr userDrawn="1"/>
        </p:nvSpPr>
        <p:spPr>
          <a:xfrm>
            <a:off x="0" y="2291997"/>
            <a:ext cx="6771577" cy="3217293"/>
          </a:xfrm>
          <a:prstGeom prst="rect">
            <a:avLst/>
          </a:prstGeom>
          <a:solidFill>
            <a:srgbClr val="283F64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D223AE6B-A04E-6009-26D1-7AEDDF70A3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3820" y="150646"/>
            <a:ext cx="2184198" cy="470042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6FD15C59-8C3E-56C9-1BE3-E74F44F0F53D}"/>
              </a:ext>
            </a:extLst>
          </p:cNvPr>
          <p:cNvSpPr/>
          <p:nvPr userDrawn="1"/>
        </p:nvSpPr>
        <p:spPr>
          <a:xfrm>
            <a:off x="7154547" y="2291997"/>
            <a:ext cx="4880810" cy="1531368"/>
          </a:xfrm>
          <a:prstGeom prst="rect">
            <a:avLst/>
          </a:prstGeom>
          <a:solidFill>
            <a:srgbClr val="F7F7F7">
              <a:alpha val="8902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Bildplatzhalter 28">
            <a:extLst>
              <a:ext uri="{FF2B5EF4-FFF2-40B4-BE49-F238E27FC236}">
                <a16:creationId xmlns:a16="http://schemas.microsoft.com/office/drawing/2014/main" id="{0C48805F-195F-30F4-A446-97E604A21E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29004" y="2449577"/>
            <a:ext cx="1321163" cy="1284476"/>
          </a:xfrm>
        </p:spPr>
        <p:txBody>
          <a:bodyPr/>
          <a:lstStyle>
            <a:lvl1pPr>
              <a:buFontTx/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31">
            <a:extLst>
              <a:ext uri="{FF2B5EF4-FFF2-40B4-BE49-F238E27FC236}">
                <a16:creationId xmlns:a16="http://schemas.microsoft.com/office/drawing/2014/main" id="{C18EA8F8-040A-DFDE-5C39-7C1B1C621D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77689" y="2471042"/>
            <a:ext cx="2874698" cy="207072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Max Mustermann</a:t>
            </a:r>
          </a:p>
        </p:txBody>
      </p:sp>
      <p:sp>
        <p:nvSpPr>
          <p:cNvPr id="12" name="Textplatzhalter 33">
            <a:extLst>
              <a:ext uri="{FF2B5EF4-FFF2-40B4-BE49-F238E27FC236}">
                <a16:creationId xmlns:a16="http://schemas.microsoft.com/office/drawing/2014/main" id="{0DE42CCD-2143-61D6-CF23-DEE406D5DC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77689" y="2763551"/>
            <a:ext cx="2874698" cy="172162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 marL="358775" indent="0" algn="l">
              <a:buNone/>
              <a:defRPr/>
            </a:lvl2pPr>
          </a:lstStyle>
          <a:p>
            <a:pPr lvl="0"/>
            <a:r>
              <a:rPr lang="de-DE" dirty="0"/>
              <a:t>Positionsbezeichnung</a:t>
            </a:r>
          </a:p>
        </p:txBody>
      </p:sp>
      <p:sp>
        <p:nvSpPr>
          <p:cNvPr id="13" name="Textplatzhalter 33">
            <a:extLst>
              <a:ext uri="{FF2B5EF4-FFF2-40B4-BE49-F238E27FC236}">
                <a16:creationId xmlns:a16="http://schemas.microsoft.com/office/drawing/2014/main" id="{E8201988-E613-F247-85AC-FF5ABDDD1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77689" y="3107955"/>
            <a:ext cx="2874698" cy="172162"/>
          </a:xfrm>
        </p:spPr>
        <p:txBody>
          <a:bodyPr/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358775" indent="0" algn="l">
              <a:buNone/>
              <a:defRPr/>
            </a:lvl2pPr>
          </a:lstStyle>
          <a:p>
            <a:pPr lvl="0"/>
            <a:r>
              <a:rPr lang="de-DE" dirty="0"/>
              <a:t>Telefon:	0000/00000000000</a:t>
            </a:r>
          </a:p>
        </p:txBody>
      </p:sp>
      <p:sp>
        <p:nvSpPr>
          <p:cNvPr id="14" name="Textplatzhalter 33">
            <a:extLst>
              <a:ext uri="{FF2B5EF4-FFF2-40B4-BE49-F238E27FC236}">
                <a16:creationId xmlns:a16="http://schemas.microsoft.com/office/drawing/2014/main" id="{753636C5-3A89-CC37-5335-4FD64910FA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77689" y="3327532"/>
            <a:ext cx="2874698" cy="172162"/>
          </a:xfrm>
        </p:spPr>
        <p:txBody>
          <a:bodyPr/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358775" indent="0" algn="l">
              <a:buNone/>
              <a:defRPr/>
            </a:lvl2pPr>
          </a:lstStyle>
          <a:p>
            <a:pPr lvl="0"/>
            <a:r>
              <a:rPr lang="de-DE" dirty="0"/>
              <a:t>Mobil:	0000/00000000000</a:t>
            </a:r>
          </a:p>
        </p:txBody>
      </p:sp>
      <p:sp>
        <p:nvSpPr>
          <p:cNvPr id="15" name="Textplatzhalter 33">
            <a:extLst>
              <a:ext uri="{FF2B5EF4-FFF2-40B4-BE49-F238E27FC236}">
                <a16:creationId xmlns:a16="http://schemas.microsoft.com/office/drawing/2014/main" id="{BC002C73-D3FE-635D-8CE5-A58E05CA89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99663" y="3567648"/>
            <a:ext cx="3090173" cy="166405"/>
          </a:xfrm>
        </p:spPr>
        <p:txBody>
          <a:bodyPr/>
          <a:lstStyle>
            <a:lvl1pPr marL="0" indent="0">
              <a:buNone/>
              <a:defRPr sz="1100" b="0" baseline="0">
                <a:solidFill>
                  <a:schemeClr val="tx1"/>
                </a:solidFill>
              </a:defRPr>
            </a:lvl1pPr>
            <a:lvl2pPr marL="358775" indent="0" algn="l">
              <a:buNone/>
              <a:defRPr/>
            </a:lvl2pPr>
          </a:lstStyle>
          <a:p>
            <a:pPr lvl="0"/>
            <a:r>
              <a:rPr lang="de-DE" dirty="0"/>
              <a:t>vorname.nachname@smartmechatronics.de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7FE92994-B700-9ED6-E9C4-FDA9CD4219C2}"/>
              </a:ext>
            </a:extLst>
          </p:cNvPr>
          <p:cNvSpPr/>
          <p:nvPr userDrawn="1"/>
        </p:nvSpPr>
        <p:spPr>
          <a:xfrm>
            <a:off x="7154547" y="3977922"/>
            <a:ext cx="4880810" cy="1531368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Bildplatzhalter 28">
            <a:extLst>
              <a:ext uri="{FF2B5EF4-FFF2-40B4-BE49-F238E27FC236}">
                <a16:creationId xmlns:a16="http://schemas.microsoft.com/office/drawing/2014/main" id="{460E3164-37DC-F69D-78EF-E4723B9175B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329004" y="4135502"/>
            <a:ext cx="1321163" cy="1284476"/>
          </a:xfrm>
        </p:spPr>
        <p:txBody>
          <a:bodyPr/>
          <a:lstStyle>
            <a:lvl1pPr>
              <a:buFontTx/>
              <a:buNone/>
              <a:defRPr sz="11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9" name="Textplatzhalter 31">
            <a:extLst>
              <a:ext uri="{FF2B5EF4-FFF2-40B4-BE49-F238E27FC236}">
                <a16:creationId xmlns:a16="http://schemas.microsoft.com/office/drawing/2014/main" id="{1F7C20D9-3B03-5B32-D1C0-74D4B9A39C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77689" y="4156967"/>
            <a:ext cx="2874698" cy="207072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Max Mustermann</a:t>
            </a:r>
          </a:p>
        </p:txBody>
      </p:sp>
      <p:sp>
        <p:nvSpPr>
          <p:cNvPr id="20" name="Textplatzhalter 33">
            <a:extLst>
              <a:ext uri="{FF2B5EF4-FFF2-40B4-BE49-F238E27FC236}">
                <a16:creationId xmlns:a16="http://schemas.microsoft.com/office/drawing/2014/main" id="{182F4518-B7C4-13C4-D2D9-D7EEDEF10E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77689" y="4449476"/>
            <a:ext cx="2874698" cy="172162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 marL="358775" indent="0" algn="l">
              <a:buNone/>
              <a:defRPr/>
            </a:lvl2pPr>
          </a:lstStyle>
          <a:p>
            <a:pPr lvl="0"/>
            <a:r>
              <a:rPr lang="de-DE" dirty="0"/>
              <a:t>Positionsbezeichnung</a:t>
            </a:r>
          </a:p>
        </p:txBody>
      </p:sp>
      <p:sp>
        <p:nvSpPr>
          <p:cNvPr id="21" name="Textplatzhalter 33">
            <a:extLst>
              <a:ext uri="{FF2B5EF4-FFF2-40B4-BE49-F238E27FC236}">
                <a16:creationId xmlns:a16="http://schemas.microsoft.com/office/drawing/2014/main" id="{7449C385-B79E-BB08-56C7-1087E89160D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77689" y="4793880"/>
            <a:ext cx="2874698" cy="172162"/>
          </a:xfrm>
        </p:spPr>
        <p:txBody>
          <a:bodyPr/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358775" indent="0" algn="l">
              <a:buNone/>
              <a:defRPr/>
            </a:lvl2pPr>
          </a:lstStyle>
          <a:p>
            <a:pPr lvl="0"/>
            <a:r>
              <a:rPr lang="de-DE" dirty="0"/>
              <a:t>Telefon:	0000/00000000000</a:t>
            </a:r>
          </a:p>
        </p:txBody>
      </p:sp>
      <p:sp>
        <p:nvSpPr>
          <p:cNvPr id="22" name="Textplatzhalter 33">
            <a:extLst>
              <a:ext uri="{FF2B5EF4-FFF2-40B4-BE49-F238E27FC236}">
                <a16:creationId xmlns:a16="http://schemas.microsoft.com/office/drawing/2014/main" id="{64E21B40-AD67-AF58-DC0F-D12B421181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777689" y="5013457"/>
            <a:ext cx="2874698" cy="172162"/>
          </a:xfrm>
        </p:spPr>
        <p:txBody>
          <a:bodyPr/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358775" indent="0" algn="l">
              <a:buNone/>
              <a:defRPr/>
            </a:lvl2pPr>
          </a:lstStyle>
          <a:p>
            <a:pPr lvl="0"/>
            <a:r>
              <a:rPr lang="de-DE" dirty="0"/>
              <a:t>Mobil:	0000/00000000000</a:t>
            </a:r>
          </a:p>
        </p:txBody>
      </p:sp>
      <p:sp>
        <p:nvSpPr>
          <p:cNvPr id="23" name="Textplatzhalter 33">
            <a:extLst>
              <a:ext uri="{FF2B5EF4-FFF2-40B4-BE49-F238E27FC236}">
                <a16:creationId xmlns:a16="http://schemas.microsoft.com/office/drawing/2014/main" id="{B759A770-5C98-93F8-774C-CD04C5BF2C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799663" y="5253573"/>
            <a:ext cx="3090173" cy="166405"/>
          </a:xfrm>
        </p:spPr>
        <p:txBody>
          <a:bodyPr/>
          <a:lstStyle>
            <a:lvl1pPr marL="0" indent="0">
              <a:buNone/>
              <a:defRPr sz="1100" b="0" baseline="0">
                <a:solidFill>
                  <a:schemeClr val="tx1"/>
                </a:solidFill>
              </a:defRPr>
            </a:lvl1pPr>
            <a:lvl2pPr marL="358775" indent="0" algn="l">
              <a:buNone/>
              <a:defRPr/>
            </a:lvl2pPr>
          </a:lstStyle>
          <a:p>
            <a:pPr lvl="0"/>
            <a:r>
              <a:rPr lang="de-DE" dirty="0"/>
              <a:t>vorname.nachname@smartmechatronics.de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33DB1E23-B613-7037-5F65-038438276FEB}"/>
              </a:ext>
            </a:extLst>
          </p:cNvPr>
          <p:cNvSpPr txBox="1"/>
          <p:nvPr userDrawn="1"/>
        </p:nvSpPr>
        <p:spPr>
          <a:xfrm>
            <a:off x="467275" y="3133888"/>
            <a:ext cx="58370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chemeClr val="bg1"/>
                </a:solidFill>
              </a:rPr>
              <a:t>VIELEN DANK FÜR IHRE</a:t>
            </a:r>
            <a:br>
              <a:rPr lang="de-DE" sz="3600" b="1" dirty="0">
                <a:solidFill>
                  <a:schemeClr val="bg1"/>
                </a:solidFill>
              </a:rPr>
            </a:br>
            <a:r>
              <a:rPr lang="de-DE" sz="3600" b="1" dirty="0">
                <a:solidFill>
                  <a:schemeClr val="bg1"/>
                </a:solidFill>
              </a:rPr>
              <a:t>AUFMERKSAMKEIT!</a:t>
            </a:r>
            <a:endParaRPr lang="de-DE" sz="3600" b="1" dirty="0"/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F4CDEDB6-5A55-4654-BC7F-DA8718CFEF17}"/>
              </a:ext>
            </a:extLst>
          </p:cNvPr>
          <p:cNvSpPr txBox="1"/>
          <p:nvPr userDrawn="1"/>
        </p:nvSpPr>
        <p:spPr>
          <a:xfrm>
            <a:off x="483529" y="4385206"/>
            <a:ext cx="5837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8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www.smartmechatronics.de</a:t>
            </a:r>
            <a:endParaRPr lang="de-DE" sz="1800" dirty="0">
              <a:solidFill>
                <a:schemeClr val="bg1"/>
              </a:solidFill>
            </a:endParaRP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BE064655-21AF-E6D0-E7AC-70D984A78E5C}"/>
              </a:ext>
            </a:extLst>
          </p:cNvPr>
          <p:cNvSpPr txBox="1"/>
          <p:nvPr userDrawn="1"/>
        </p:nvSpPr>
        <p:spPr>
          <a:xfrm>
            <a:off x="7032104" y="1626287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b="1" dirty="0">
                <a:solidFill>
                  <a:schemeClr val="bg1"/>
                </a:solidFill>
              </a:rPr>
              <a:t>IHRE KONTAKTE</a:t>
            </a:r>
          </a:p>
        </p:txBody>
      </p:sp>
    </p:spTree>
    <p:extLst>
      <p:ext uri="{BB962C8B-B14F-4D97-AF65-F5344CB8AC3E}">
        <p14:creationId xmlns:p14="http://schemas.microsoft.com/office/powerpoint/2010/main" val="22904156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_1_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ACC126C0-CB14-F455-29FE-F3B427E62B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2363" b="-23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AC215F3-11B9-6928-9768-D92A4813B8F1}"/>
              </a:ext>
            </a:extLst>
          </p:cNvPr>
          <p:cNvSpPr/>
          <p:nvPr userDrawn="1"/>
        </p:nvSpPr>
        <p:spPr>
          <a:xfrm>
            <a:off x="-24681" y="0"/>
            <a:ext cx="12192000" cy="6858000"/>
          </a:xfrm>
          <a:prstGeom prst="rect">
            <a:avLst/>
          </a:prstGeom>
          <a:solidFill>
            <a:srgbClr val="283F64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917CD3B-2A3D-DFF2-BADF-50BDE6DE92A2}"/>
              </a:ext>
            </a:extLst>
          </p:cNvPr>
          <p:cNvSpPr/>
          <p:nvPr userDrawn="1"/>
        </p:nvSpPr>
        <p:spPr>
          <a:xfrm>
            <a:off x="0" y="2564904"/>
            <a:ext cx="6771577" cy="2880320"/>
          </a:xfrm>
          <a:prstGeom prst="rect">
            <a:avLst/>
          </a:prstGeom>
          <a:solidFill>
            <a:srgbClr val="283F64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D223AE6B-A04E-6009-26D1-7AEDDF70A3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3820" y="150646"/>
            <a:ext cx="2184198" cy="470042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6FD15C59-8C3E-56C9-1BE3-E74F44F0F53D}"/>
              </a:ext>
            </a:extLst>
          </p:cNvPr>
          <p:cNvSpPr/>
          <p:nvPr userDrawn="1"/>
        </p:nvSpPr>
        <p:spPr>
          <a:xfrm>
            <a:off x="7154547" y="3320304"/>
            <a:ext cx="4880810" cy="1531368"/>
          </a:xfrm>
          <a:prstGeom prst="rect">
            <a:avLst/>
          </a:prstGeom>
          <a:solidFill>
            <a:srgbClr val="F7F7F7">
              <a:alpha val="8902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Bildplatzhalter 28">
            <a:extLst>
              <a:ext uri="{FF2B5EF4-FFF2-40B4-BE49-F238E27FC236}">
                <a16:creationId xmlns:a16="http://schemas.microsoft.com/office/drawing/2014/main" id="{0C48805F-195F-30F4-A446-97E604A21E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29004" y="3477884"/>
            <a:ext cx="1321163" cy="1284476"/>
          </a:xfrm>
        </p:spPr>
        <p:txBody>
          <a:bodyPr/>
          <a:lstStyle>
            <a:lvl1pPr>
              <a:buFontTx/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31">
            <a:extLst>
              <a:ext uri="{FF2B5EF4-FFF2-40B4-BE49-F238E27FC236}">
                <a16:creationId xmlns:a16="http://schemas.microsoft.com/office/drawing/2014/main" id="{C18EA8F8-040A-DFDE-5C39-7C1B1C621D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77689" y="3499349"/>
            <a:ext cx="2874698" cy="207072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Max Mustermann</a:t>
            </a:r>
          </a:p>
        </p:txBody>
      </p:sp>
      <p:sp>
        <p:nvSpPr>
          <p:cNvPr id="12" name="Textplatzhalter 33">
            <a:extLst>
              <a:ext uri="{FF2B5EF4-FFF2-40B4-BE49-F238E27FC236}">
                <a16:creationId xmlns:a16="http://schemas.microsoft.com/office/drawing/2014/main" id="{0DE42CCD-2143-61D6-CF23-DEE406D5DC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77689" y="3791858"/>
            <a:ext cx="2874698" cy="172162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 marL="358775" indent="0" algn="l">
              <a:buNone/>
              <a:defRPr/>
            </a:lvl2pPr>
          </a:lstStyle>
          <a:p>
            <a:pPr lvl="0"/>
            <a:r>
              <a:rPr lang="de-DE" dirty="0"/>
              <a:t>Positionsbezeichnung</a:t>
            </a:r>
          </a:p>
        </p:txBody>
      </p:sp>
      <p:sp>
        <p:nvSpPr>
          <p:cNvPr id="13" name="Textplatzhalter 33">
            <a:extLst>
              <a:ext uri="{FF2B5EF4-FFF2-40B4-BE49-F238E27FC236}">
                <a16:creationId xmlns:a16="http://schemas.microsoft.com/office/drawing/2014/main" id="{E8201988-E613-F247-85AC-FF5ABDDD1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777689" y="4136262"/>
            <a:ext cx="2874698" cy="172162"/>
          </a:xfrm>
        </p:spPr>
        <p:txBody>
          <a:bodyPr/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358775" indent="0" algn="l">
              <a:buNone/>
              <a:defRPr/>
            </a:lvl2pPr>
          </a:lstStyle>
          <a:p>
            <a:pPr lvl="0"/>
            <a:r>
              <a:rPr lang="de-DE" dirty="0"/>
              <a:t>Telefon:	0000/00000000000</a:t>
            </a:r>
          </a:p>
        </p:txBody>
      </p:sp>
      <p:sp>
        <p:nvSpPr>
          <p:cNvPr id="14" name="Textplatzhalter 33">
            <a:extLst>
              <a:ext uri="{FF2B5EF4-FFF2-40B4-BE49-F238E27FC236}">
                <a16:creationId xmlns:a16="http://schemas.microsoft.com/office/drawing/2014/main" id="{753636C5-3A89-CC37-5335-4FD64910FA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77689" y="4355839"/>
            <a:ext cx="2874698" cy="172162"/>
          </a:xfrm>
        </p:spPr>
        <p:txBody>
          <a:bodyPr/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358775" indent="0" algn="l">
              <a:buNone/>
              <a:defRPr/>
            </a:lvl2pPr>
          </a:lstStyle>
          <a:p>
            <a:pPr lvl="0"/>
            <a:r>
              <a:rPr lang="de-DE" dirty="0"/>
              <a:t>Mobil:	0000/00000000000</a:t>
            </a:r>
          </a:p>
        </p:txBody>
      </p:sp>
      <p:sp>
        <p:nvSpPr>
          <p:cNvPr id="15" name="Textplatzhalter 33">
            <a:extLst>
              <a:ext uri="{FF2B5EF4-FFF2-40B4-BE49-F238E27FC236}">
                <a16:creationId xmlns:a16="http://schemas.microsoft.com/office/drawing/2014/main" id="{BC002C73-D3FE-635D-8CE5-A58E05CA89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99663" y="4595955"/>
            <a:ext cx="3090173" cy="166405"/>
          </a:xfrm>
        </p:spPr>
        <p:txBody>
          <a:bodyPr/>
          <a:lstStyle>
            <a:lvl1pPr marL="0" indent="0">
              <a:buNone/>
              <a:defRPr sz="1100" b="0" baseline="0">
                <a:solidFill>
                  <a:schemeClr val="tx1"/>
                </a:solidFill>
              </a:defRPr>
            </a:lvl1pPr>
            <a:lvl2pPr marL="358775" indent="0" algn="l">
              <a:buNone/>
              <a:defRPr/>
            </a:lvl2pPr>
          </a:lstStyle>
          <a:p>
            <a:pPr lvl="0"/>
            <a:r>
              <a:rPr lang="de-DE" dirty="0"/>
              <a:t>vorname.nachname@smartmechatronics.de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2E3B3814-0F98-651E-D2B3-594828D57F8B}"/>
              </a:ext>
            </a:extLst>
          </p:cNvPr>
          <p:cNvSpPr txBox="1"/>
          <p:nvPr userDrawn="1"/>
        </p:nvSpPr>
        <p:spPr>
          <a:xfrm>
            <a:off x="467275" y="3302868"/>
            <a:ext cx="58370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3600" b="1" dirty="0">
                <a:solidFill>
                  <a:schemeClr val="bg1"/>
                </a:solidFill>
              </a:rPr>
              <a:t>VIELEN DANK FÜR IHRE</a:t>
            </a:r>
            <a:br>
              <a:rPr lang="de-DE" sz="3600" b="1" dirty="0">
                <a:solidFill>
                  <a:schemeClr val="bg1"/>
                </a:solidFill>
              </a:rPr>
            </a:br>
            <a:r>
              <a:rPr lang="de-DE" sz="3600" b="1" dirty="0">
                <a:solidFill>
                  <a:schemeClr val="bg1"/>
                </a:solidFill>
              </a:rPr>
              <a:t>AUFMERKSAMKEIT!</a:t>
            </a:r>
            <a:endParaRPr lang="de-DE" sz="3600" b="1" dirty="0"/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1A41C324-2C49-4F22-3EF3-DEC2B04F5CCB}"/>
              </a:ext>
            </a:extLst>
          </p:cNvPr>
          <p:cNvSpPr txBox="1"/>
          <p:nvPr userDrawn="1"/>
        </p:nvSpPr>
        <p:spPr>
          <a:xfrm>
            <a:off x="483529" y="4554186"/>
            <a:ext cx="5837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8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www.smartmechatronics.de</a:t>
            </a:r>
            <a:endParaRPr lang="de-DE" sz="1800" dirty="0">
              <a:solidFill>
                <a:schemeClr val="bg1"/>
              </a:solidFill>
            </a:endParaRP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EBCAD232-054C-7A72-5E84-C01BF4C1582C}"/>
              </a:ext>
            </a:extLst>
          </p:cNvPr>
          <p:cNvSpPr txBox="1"/>
          <p:nvPr userDrawn="1"/>
        </p:nvSpPr>
        <p:spPr>
          <a:xfrm>
            <a:off x="7154547" y="2679303"/>
            <a:ext cx="4032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b="1" dirty="0">
                <a:solidFill>
                  <a:schemeClr val="bg1"/>
                </a:solidFill>
              </a:rPr>
              <a:t>IHR KONTAKT</a:t>
            </a:r>
          </a:p>
        </p:txBody>
      </p:sp>
    </p:spTree>
    <p:extLst>
      <p:ext uri="{BB962C8B-B14F-4D97-AF65-F5344CB8AC3E}">
        <p14:creationId xmlns:p14="http://schemas.microsoft.com/office/powerpoint/2010/main" val="304253086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_2_Kontakte_Vari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ACC126C0-CB14-F455-29FE-F3B427E62B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2363" b="-23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AC215F3-11B9-6928-9768-D92A4813B8F1}"/>
              </a:ext>
            </a:extLst>
          </p:cNvPr>
          <p:cNvSpPr/>
          <p:nvPr userDrawn="1"/>
        </p:nvSpPr>
        <p:spPr>
          <a:xfrm>
            <a:off x="-24681" y="0"/>
            <a:ext cx="12192000" cy="6858000"/>
          </a:xfrm>
          <a:prstGeom prst="rect">
            <a:avLst/>
          </a:prstGeom>
          <a:solidFill>
            <a:srgbClr val="283F64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D223AE6B-A04E-6009-26D1-7AEDDF70A3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3820" y="150646"/>
            <a:ext cx="2184198" cy="470042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6FD15C59-8C3E-56C9-1BE3-E74F44F0F53D}"/>
              </a:ext>
            </a:extLst>
          </p:cNvPr>
          <p:cNvSpPr/>
          <p:nvPr userDrawn="1"/>
        </p:nvSpPr>
        <p:spPr>
          <a:xfrm>
            <a:off x="839416" y="4909468"/>
            <a:ext cx="4880810" cy="1531368"/>
          </a:xfrm>
          <a:prstGeom prst="rect">
            <a:avLst/>
          </a:prstGeom>
          <a:solidFill>
            <a:srgbClr val="F7F7F7">
              <a:alpha val="8902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Bildplatzhalter 28">
            <a:extLst>
              <a:ext uri="{FF2B5EF4-FFF2-40B4-BE49-F238E27FC236}">
                <a16:creationId xmlns:a16="http://schemas.microsoft.com/office/drawing/2014/main" id="{0C48805F-195F-30F4-A446-97E604A21E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13873" y="5067048"/>
            <a:ext cx="1321163" cy="1284476"/>
          </a:xfrm>
        </p:spPr>
        <p:txBody>
          <a:bodyPr/>
          <a:lstStyle>
            <a:lvl1pPr>
              <a:buFontTx/>
              <a:buNone/>
              <a:defRPr sz="12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31">
            <a:extLst>
              <a:ext uri="{FF2B5EF4-FFF2-40B4-BE49-F238E27FC236}">
                <a16:creationId xmlns:a16="http://schemas.microsoft.com/office/drawing/2014/main" id="{C18EA8F8-040A-DFDE-5C39-7C1B1C621D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62558" y="5088513"/>
            <a:ext cx="2874698" cy="207072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Max Mustermann</a:t>
            </a:r>
          </a:p>
        </p:txBody>
      </p:sp>
      <p:sp>
        <p:nvSpPr>
          <p:cNvPr id="12" name="Textplatzhalter 33">
            <a:extLst>
              <a:ext uri="{FF2B5EF4-FFF2-40B4-BE49-F238E27FC236}">
                <a16:creationId xmlns:a16="http://schemas.microsoft.com/office/drawing/2014/main" id="{0DE42CCD-2143-61D6-CF23-DEE406D5DC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62558" y="5381022"/>
            <a:ext cx="2874698" cy="172162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 marL="358775" indent="0" algn="l">
              <a:buNone/>
              <a:defRPr/>
            </a:lvl2pPr>
          </a:lstStyle>
          <a:p>
            <a:pPr lvl="0"/>
            <a:r>
              <a:rPr lang="de-DE" dirty="0"/>
              <a:t>Positionsbezeichnung</a:t>
            </a:r>
          </a:p>
        </p:txBody>
      </p:sp>
      <p:sp>
        <p:nvSpPr>
          <p:cNvPr id="13" name="Textplatzhalter 33">
            <a:extLst>
              <a:ext uri="{FF2B5EF4-FFF2-40B4-BE49-F238E27FC236}">
                <a16:creationId xmlns:a16="http://schemas.microsoft.com/office/drawing/2014/main" id="{E8201988-E613-F247-85AC-FF5ABDDD1EE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462558" y="5725426"/>
            <a:ext cx="2874698" cy="172162"/>
          </a:xfrm>
        </p:spPr>
        <p:txBody>
          <a:bodyPr/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358775" indent="0" algn="l">
              <a:buNone/>
              <a:defRPr/>
            </a:lvl2pPr>
          </a:lstStyle>
          <a:p>
            <a:pPr lvl="0"/>
            <a:r>
              <a:rPr lang="de-DE" dirty="0"/>
              <a:t>Telefon:	0000/00000000000</a:t>
            </a:r>
          </a:p>
        </p:txBody>
      </p:sp>
      <p:sp>
        <p:nvSpPr>
          <p:cNvPr id="14" name="Textplatzhalter 33">
            <a:extLst>
              <a:ext uri="{FF2B5EF4-FFF2-40B4-BE49-F238E27FC236}">
                <a16:creationId xmlns:a16="http://schemas.microsoft.com/office/drawing/2014/main" id="{753636C5-3A89-CC37-5335-4FD64910FAB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462558" y="5945003"/>
            <a:ext cx="2874698" cy="172162"/>
          </a:xfrm>
        </p:spPr>
        <p:txBody>
          <a:bodyPr/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358775" indent="0" algn="l">
              <a:buNone/>
              <a:defRPr/>
            </a:lvl2pPr>
          </a:lstStyle>
          <a:p>
            <a:pPr lvl="0"/>
            <a:r>
              <a:rPr lang="de-DE" dirty="0"/>
              <a:t>Mobil:	0000/00000000000</a:t>
            </a:r>
          </a:p>
        </p:txBody>
      </p:sp>
      <p:sp>
        <p:nvSpPr>
          <p:cNvPr id="15" name="Textplatzhalter 33">
            <a:extLst>
              <a:ext uri="{FF2B5EF4-FFF2-40B4-BE49-F238E27FC236}">
                <a16:creationId xmlns:a16="http://schemas.microsoft.com/office/drawing/2014/main" id="{BC002C73-D3FE-635D-8CE5-A58E05CA89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484532" y="6185119"/>
            <a:ext cx="3090173" cy="166405"/>
          </a:xfrm>
        </p:spPr>
        <p:txBody>
          <a:bodyPr/>
          <a:lstStyle>
            <a:lvl1pPr marL="0" indent="0">
              <a:buNone/>
              <a:defRPr sz="1100" b="0" baseline="0">
                <a:solidFill>
                  <a:schemeClr val="tx1"/>
                </a:solidFill>
              </a:defRPr>
            </a:lvl1pPr>
            <a:lvl2pPr marL="358775" indent="0" algn="l">
              <a:buNone/>
              <a:defRPr/>
            </a:lvl2pPr>
          </a:lstStyle>
          <a:p>
            <a:pPr lvl="0"/>
            <a:r>
              <a:rPr lang="de-DE" dirty="0"/>
              <a:t>vorname.nachname@smartmechatronics.de</a:t>
            </a: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7FE92994-B700-9ED6-E9C4-FDA9CD4219C2}"/>
              </a:ext>
            </a:extLst>
          </p:cNvPr>
          <p:cNvSpPr/>
          <p:nvPr userDrawn="1"/>
        </p:nvSpPr>
        <p:spPr>
          <a:xfrm>
            <a:off x="6023992" y="4909468"/>
            <a:ext cx="4880810" cy="1531368"/>
          </a:xfrm>
          <a:prstGeom prst="rect">
            <a:avLst/>
          </a:prstGeom>
          <a:solidFill>
            <a:schemeClr val="bg1">
              <a:alpha val="89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Bildplatzhalter 28">
            <a:extLst>
              <a:ext uri="{FF2B5EF4-FFF2-40B4-BE49-F238E27FC236}">
                <a16:creationId xmlns:a16="http://schemas.microsoft.com/office/drawing/2014/main" id="{460E3164-37DC-F69D-78EF-E4723B9175B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98449" y="5067048"/>
            <a:ext cx="1321163" cy="1284476"/>
          </a:xfrm>
        </p:spPr>
        <p:txBody>
          <a:bodyPr/>
          <a:lstStyle>
            <a:lvl1pPr>
              <a:buFontTx/>
              <a:buNone/>
              <a:defRPr sz="110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9" name="Textplatzhalter 31">
            <a:extLst>
              <a:ext uri="{FF2B5EF4-FFF2-40B4-BE49-F238E27FC236}">
                <a16:creationId xmlns:a16="http://schemas.microsoft.com/office/drawing/2014/main" id="{1F7C20D9-3B03-5B32-D1C0-74D4B9A39C5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647134" y="5088513"/>
            <a:ext cx="2874698" cy="207072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Max Mustermann</a:t>
            </a:r>
          </a:p>
        </p:txBody>
      </p:sp>
      <p:sp>
        <p:nvSpPr>
          <p:cNvPr id="20" name="Textplatzhalter 33">
            <a:extLst>
              <a:ext uri="{FF2B5EF4-FFF2-40B4-BE49-F238E27FC236}">
                <a16:creationId xmlns:a16="http://schemas.microsoft.com/office/drawing/2014/main" id="{182F4518-B7C4-13C4-D2D9-D7EEDEF10E1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47134" y="5381022"/>
            <a:ext cx="2874698" cy="172162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1"/>
                </a:solidFill>
              </a:defRPr>
            </a:lvl1pPr>
            <a:lvl2pPr marL="358775" indent="0" algn="l">
              <a:buNone/>
              <a:defRPr/>
            </a:lvl2pPr>
          </a:lstStyle>
          <a:p>
            <a:pPr lvl="0"/>
            <a:r>
              <a:rPr lang="de-DE" dirty="0"/>
              <a:t>Positionsbezeichnung</a:t>
            </a:r>
          </a:p>
        </p:txBody>
      </p:sp>
      <p:sp>
        <p:nvSpPr>
          <p:cNvPr id="21" name="Textplatzhalter 33">
            <a:extLst>
              <a:ext uri="{FF2B5EF4-FFF2-40B4-BE49-F238E27FC236}">
                <a16:creationId xmlns:a16="http://schemas.microsoft.com/office/drawing/2014/main" id="{7449C385-B79E-BB08-56C7-1087E89160D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47134" y="5725426"/>
            <a:ext cx="2874698" cy="172162"/>
          </a:xfrm>
        </p:spPr>
        <p:txBody>
          <a:bodyPr/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358775" indent="0" algn="l">
              <a:buNone/>
              <a:defRPr/>
            </a:lvl2pPr>
          </a:lstStyle>
          <a:p>
            <a:pPr lvl="0"/>
            <a:r>
              <a:rPr lang="de-DE" dirty="0"/>
              <a:t>Telefon:	0000/00000000000</a:t>
            </a:r>
          </a:p>
        </p:txBody>
      </p:sp>
      <p:sp>
        <p:nvSpPr>
          <p:cNvPr id="22" name="Textplatzhalter 33">
            <a:extLst>
              <a:ext uri="{FF2B5EF4-FFF2-40B4-BE49-F238E27FC236}">
                <a16:creationId xmlns:a16="http://schemas.microsoft.com/office/drawing/2014/main" id="{64E21B40-AD67-AF58-DC0F-D12B421181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47134" y="5945003"/>
            <a:ext cx="2874698" cy="172162"/>
          </a:xfrm>
        </p:spPr>
        <p:txBody>
          <a:bodyPr/>
          <a:lstStyle>
            <a:lvl1pPr marL="0" indent="0">
              <a:buNone/>
              <a:defRPr sz="1100" b="0">
                <a:solidFill>
                  <a:schemeClr val="tx1"/>
                </a:solidFill>
              </a:defRPr>
            </a:lvl1pPr>
            <a:lvl2pPr marL="358775" indent="0" algn="l">
              <a:buNone/>
              <a:defRPr/>
            </a:lvl2pPr>
          </a:lstStyle>
          <a:p>
            <a:pPr lvl="0"/>
            <a:r>
              <a:rPr lang="de-DE" dirty="0"/>
              <a:t>Mobil:	0000/00000000000</a:t>
            </a:r>
          </a:p>
        </p:txBody>
      </p:sp>
      <p:sp>
        <p:nvSpPr>
          <p:cNvPr id="23" name="Textplatzhalter 33">
            <a:extLst>
              <a:ext uri="{FF2B5EF4-FFF2-40B4-BE49-F238E27FC236}">
                <a16:creationId xmlns:a16="http://schemas.microsoft.com/office/drawing/2014/main" id="{B759A770-5C98-93F8-774C-CD04C5BF2C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669108" y="6185119"/>
            <a:ext cx="3090173" cy="166405"/>
          </a:xfrm>
        </p:spPr>
        <p:txBody>
          <a:bodyPr/>
          <a:lstStyle>
            <a:lvl1pPr marL="0" indent="0">
              <a:buNone/>
              <a:defRPr sz="1100" b="0" baseline="0">
                <a:solidFill>
                  <a:schemeClr val="tx1"/>
                </a:solidFill>
              </a:defRPr>
            </a:lvl1pPr>
            <a:lvl2pPr marL="358775" indent="0" algn="l">
              <a:buNone/>
              <a:defRPr/>
            </a:lvl2pPr>
          </a:lstStyle>
          <a:p>
            <a:pPr lvl="0"/>
            <a:r>
              <a:rPr lang="de-DE" dirty="0"/>
              <a:t>vorname.nachname@smartmechatronics.de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85039535-0212-89ED-81DE-44A9D7C00448}"/>
              </a:ext>
            </a:extLst>
          </p:cNvPr>
          <p:cNvSpPr/>
          <p:nvPr userDrawn="1"/>
        </p:nvSpPr>
        <p:spPr>
          <a:xfrm>
            <a:off x="1638346" y="1932353"/>
            <a:ext cx="8384146" cy="2281469"/>
          </a:xfrm>
          <a:prstGeom prst="rect">
            <a:avLst/>
          </a:prstGeom>
          <a:solidFill>
            <a:srgbClr val="283F64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9676C6D2-CDE0-7AB6-307A-CA3996FB22C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1638346" y="1926851"/>
            <a:ext cx="8384146" cy="2402696"/>
          </a:xfrm>
          <a:prstGeom prst="rect">
            <a:avLst/>
          </a:prstGeom>
        </p:spPr>
      </p:pic>
      <p:sp>
        <p:nvSpPr>
          <p:cNvPr id="26" name="Textfeld 25">
            <a:extLst>
              <a:ext uri="{FF2B5EF4-FFF2-40B4-BE49-F238E27FC236}">
                <a16:creationId xmlns:a16="http://schemas.microsoft.com/office/drawing/2014/main" id="{B6B8E6AC-C44C-CCCD-FF53-B06B53EB3DA4}"/>
              </a:ext>
            </a:extLst>
          </p:cNvPr>
          <p:cNvSpPr txBox="1"/>
          <p:nvPr userDrawn="1"/>
        </p:nvSpPr>
        <p:spPr>
          <a:xfrm>
            <a:off x="1638346" y="2298348"/>
            <a:ext cx="83841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b="1" dirty="0">
                <a:solidFill>
                  <a:schemeClr val="bg1"/>
                </a:solidFill>
              </a:rPr>
              <a:t>VIELEN DANK FÜR IHRE</a:t>
            </a:r>
            <a:br>
              <a:rPr lang="de-DE" sz="3600" b="1" dirty="0">
                <a:solidFill>
                  <a:schemeClr val="bg1"/>
                </a:solidFill>
              </a:rPr>
            </a:br>
            <a:r>
              <a:rPr lang="de-DE" sz="3600" b="1" dirty="0">
                <a:solidFill>
                  <a:schemeClr val="bg1"/>
                </a:solidFill>
              </a:rPr>
              <a:t>AUFMERKSAMKEIT!</a:t>
            </a:r>
            <a:endParaRPr lang="de-DE" sz="3600" b="1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0DCC1877-E9C7-528F-A444-69A27B3F066A}"/>
              </a:ext>
            </a:extLst>
          </p:cNvPr>
          <p:cNvSpPr txBox="1"/>
          <p:nvPr userDrawn="1"/>
        </p:nvSpPr>
        <p:spPr>
          <a:xfrm>
            <a:off x="1638347" y="3549666"/>
            <a:ext cx="8384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8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www.smartmechatronics.de</a:t>
            </a:r>
            <a:endParaRPr lang="de-DE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68606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ACC126C0-CB14-F455-29FE-F3B427E62B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2363" b="-23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CAC215F3-11B9-6928-9768-D92A4813B8F1}"/>
              </a:ext>
            </a:extLst>
          </p:cNvPr>
          <p:cNvSpPr/>
          <p:nvPr userDrawn="1"/>
        </p:nvSpPr>
        <p:spPr>
          <a:xfrm>
            <a:off x="-24681" y="0"/>
            <a:ext cx="12192000" cy="6858000"/>
          </a:xfrm>
          <a:prstGeom prst="rect">
            <a:avLst/>
          </a:prstGeom>
          <a:solidFill>
            <a:srgbClr val="283F64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8917CD3B-2A3D-DFF2-BADF-50BDE6DE92A2}"/>
              </a:ext>
            </a:extLst>
          </p:cNvPr>
          <p:cNvSpPr/>
          <p:nvPr userDrawn="1"/>
        </p:nvSpPr>
        <p:spPr>
          <a:xfrm>
            <a:off x="-15428" y="2847723"/>
            <a:ext cx="9088437" cy="3314517"/>
          </a:xfrm>
          <a:prstGeom prst="rect">
            <a:avLst/>
          </a:prstGeom>
          <a:solidFill>
            <a:srgbClr val="283F64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 descr="Ein Bild, das Text, Schrif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D223AE6B-A04E-6009-26D1-7AEDDF70A3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3820" y="150646"/>
            <a:ext cx="2184198" cy="470042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FF9BB1AB-8432-A6AB-7449-92C05EED5046}"/>
              </a:ext>
            </a:extLst>
          </p:cNvPr>
          <p:cNvSpPr txBox="1"/>
          <p:nvPr userDrawn="1"/>
        </p:nvSpPr>
        <p:spPr>
          <a:xfrm>
            <a:off x="695400" y="3536176"/>
            <a:ext cx="80769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b="1" dirty="0">
                <a:solidFill>
                  <a:schemeClr val="bg1"/>
                </a:solidFill>
              </a:rPr>
              <a:t>VIELEN DANK FÜR IHRE</a:t>
            </a:r>
            <a:br>
              <a:rPr lang="de-DE" sz="4800" b="1" dirty="0">
                <a:solidFill>
                  <a:schemeClr val="bg1"/>
                </a:solidFill>
              </a:rPr>
            </a:br>
            <a:r>
              <a:rPr lang="de-DE" sz="4800" b="1" dirty="0">
                <a:solidFill>
                  <a:schemeClr val="bg1"/>
                </a:solidFill>
              </a:rPr>
              <a:t>AUFMERKSAMKEIT!</a:t>
            </a:r>
            <a:endParaRPr lang="de-DE" sz="4800" b="1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C003A7F-AABD-43B0-50DD-91FEE6C911F1}"/>
              </a:ext>
            </a:extLst>
          </p:cNvPr>
          <p:cNvSpPr txBox="1"/>
          <p:nvPr userDrawn="1"/>
        </p:nvSpPr>
        <p:spPr>
          <a:xfrm>
            <a:off x="713479" y="5142676"/>
            <a:ext cx="58370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0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www.smartmechatronics.de</a:t>
            </a:r>
            <a:endParaRPr lang="de-DE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4008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72000" bIns="0" rtlCol="0" anchor="t"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300"/>
              </a:spcBef>
              <a:spcAft>
                <a:spcPts val="100"/>
              </a:spcAft>
            </a:pPr>
            <a:endParaRPr lang="de-DE" sz="1800" dirty="0">
              <a:solidFill>
                <a:schemeClr val="tx1"/>
              </a:solidFill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F272BD7-C9A4-246A-E00B-72674F39C1F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3F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9156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7A8F9CC8-82EC-1924-9376-9BE7DAB186C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3F6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" name="Grafik 3" descr="Ein Bild, das Text, Schrift, Grafiken, Grafikdesign enthält.&#10;&#10;KI-generierte Inhalte können fehlerhaft sein.">
            <a:extLst>
              <a:ext uri="{FF2B5EF4-FFF2-40B4-BE49-F238E27FC236}">
                <a16:creationId xmlns:a16="http://schemas.microsoft.com/office/drawing/2014/main" id="{B4CE3DA6-2676-F5EB-01DB-8C36559FFF11}"/>
              </a:ext>
            </a:extLst>
          </p:cNvPr>
          <p:cNvPicPr>
            <a:picLocks noChangeAspect="1"/>
          </p:cNvPicPr>
          <p:nvPr userDrawn="1"/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3820" y="150646"/>
            <a:ext cx="2184198" cy="470042"/>
          </a:xfrm>
          <a:prstGeom prst="rect">
            <a:avLst/>
          </a:prstGeom>
        </p:spPr>
      </p:pic>
      <p:sp>
        <p:nvSpPr>
          <p:cNvPr id="13" name="Rectangle 130"/>
          <p:cNvSpPr>
            <a:spLocks noChangeArrowheads="1"/>
          </p:cNvSpPr>
          <p:nvPr/>
        </p:nvSpPr>
        <p:spPr bwMode="gray">
          <a:xfrm>
            <a:off x="10021278" y="6586538"/>
            <a:ext cx="1045307" cy="2159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ctr"/>
          <a:lstStyle/>
          <a:p>
            <a:pPr algn="r" fontAlgn="auto">
              <a:defRPr/>
            </a:pPr>
            <a:r>
              <a:rPr lang="de-DE" sz="985" dirty="0">
                <a:solidFill>
                  <a:schemeClr val="tx2"/>
                </a:solidFill>
                <a:latin typeface="+mn-lt"/>
                <a:cs typeface="+mn-cs"/>
              </a:rPr>
              <a:t> </a:t>
            </a:r>
            <a:endParaRPr lang="de-DE" sz="2215" dirty="0">
              <a:solidFill>
                <a:schemeClr val="tx2"/>
              </a:solidFill>
              <a:latin typeface="+mn-lt"/>
              <a:cs typeface="+mn-cs"/>
            </a:endParaRPr>
          </a:p>
        </p:txBody>
      </p:sp>
      <p:sp>
        <p:nvSpPr>
          <p:cNvPr id="15" name="Rectangle 130"/>
          <p:cNvSpPr>
            <a:spLocks noChangeArrowheads="1"/>
          </p:cNvSpPr>
          <p:nvPr/>
        </p:nvSpPr>
        <p:spPr bwMode="gray">
          <a:xfrm>
            <a:off x="9650107" y="6586538"/>
            <a:ext cx="1577058" cy="21590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ctr"/>
          <a:lstStyle/>
          <a:p>
            <a:pPr algn="r" fontAlgn="auto">
              <a:defRPr/>
            </a:pPr>
            <a:r>
              <a:rPr lang="de-DE" sz="700" dirty="0">
                <a:solidFill>
                  <a:schemeClr val="accent2"/>
                </a:solidFill>
                <a:latin typeface="+mn-lt"/>
                <a:cs typeface="+mn-cs"/>
              </a:rPr>
              <a:t> © Smart Mechatronics</a:t>
            </a:r>
            <a:endParaRPr lang="de-DE" sz="1600" dirty="0">
              <a:solidFill>
                <a:schemeClr val="accent2"/>
              </a:solidFill>
              <a:latin typeface="+mn-lt"/>
              <a:cs typeface="+mn-cs"/>
            </a:endParaRPr>
          </a:p>
        </p:txBody>
      </p:sp>
      <p:sp>
        <p:nvSpPr>
          <p:cNvPr id="14" name="Textplatzhalter 4"/>
          <p:cNvSpPr>
            <a:spLocks noGrp="1"/>
          </p:cNvSpPr>
          <p:nvPr>
            <p:ph type="body" idx="1"/>
          </p:nvPr>
        </p:nvSpPr>
        <p:spPr>
          <a:xfrm>
            <a:off x="360362" y="883065"/>
            <a:ext cx="11469239" cy="56149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6" name="Titelplatzhalter 6"/>
          <p:cNvSpPr>
            <a:spLocks noGrp="1"/>
          </p:cNvSpPr>
          <p:nvPr>
            <p:ph type="title"/>
          </p:nvPr>
        </p:nvSpPr>
        <p:spPr>
          <a:xfrm>
            <a:off x="360000" y="257175"/>
            <a:ext cx="9127667" cy="428625"/>
          </a:xfrm>
          <a:prstGeom prst="rect">
            <a:avLst/>
          </a:prstGeom>
        </p:spPr>
        <p:txBody>
          <a:bodyPr vert="horz" lIns="0" tIns="72000" rIns="0" bIns="0" rtlCol="0" anchor="b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11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881309" y="6586539"/>
            <a:ext cx="5012928" cy="215900"/>
          </a:xfrm>
          <a:prstGeom prst="rect">
            <a:avLst/>
          </a:prstGeom>
        </p:spPr>
        <p:txBody>
          <a:bodyPr vert="horz" lIns="0" tIns="45715" rIns="91429" bIns="45715" rtlCol="0" anchor="ctr"/>
          <a:lstStyle>
            <a:lvl1pPr algn="l">
              <a:defRPr sz="700">
                <a:solidFill>
                  <a:schemeClr val="accent2"/>
                </a:solidFill>
              </a:defRPr>
            </a:lvl1pPr>
          </a:lstStyle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12" name="Rectangle 3"/>
          <p:cNvSpPr>
            <a:spLocks noGrp="1"/>
          </p:cNvSpPr>
          <p:nvPr>
            <p:ph type="dt" sz="half" idx="2"/>
          </p:nvPr>
        </p:nvSpPr>
        <p:spPr>
          <a:xfrm>
            <a:off x="360363" y="6586439"/>
            <a:ext cx="493866" cy="216000"/>
          </a:xfrm>
          <a:prstGeom prst="rect">
            <a:avLst/>
          </a:prstGeom>
        </p:spPr>
        <p:txBody>
          <a:bodyPr wrap="none" lIns="0" tIns="0" rIns="0" bIns="0" anchor="ctr"/>
          <a:lstStyle>
            <a:lvl1pPr eaLnBrk="1" latinLnBrk="0" hangingPunct="1">
              <a:defRPr kumimoji="0" lang="de-DE" sz="700">
                <a:solidFill>
                  <a:schemeClr val="accent2"/>
                </a:solidFill>
              </a:defRPr>
            </a:lvl1pPr>
            <a:extLst/>
          </a:lstStyle>
          <a:p>
            <a:fld id="{148A0647-3573-420B-885F-9503749F33FD}" type="datetime1">
              <a:rPr lang="de-DE" smtClean="0"/>
              <a:t>21.08.2026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3611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0" r:id="rId1"/>
    <p:sldLayoutId id="2147483846" r:id="rId2"/>
    <p:sldLayoutId id="2147483847" r:id="rId3"/>
    <p:sldLayoutId id="2147483848" r:id="rId4"/>
    <p:sldLayoutId id="214748385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  <p:sldLayoutId id="2147483839" r:id="rId14"/>
    <p:sldLayoutId id="2147483840" r:id="rId15"/>
    <p:sldLayoutId id="2147483841" r:id="rId16"/>
    <p:sldLayoutId id="2147483842" r:id="rId17"/>
    <p:sldLayoutId id="2147483843" r:id="rId18"/>
    <p:sldLayoutId id="2147483844" r:id="rId19"/>
    <p:sldLayoutId id="2147483856" r:id="rId20"/>
    <p:sldLayoutId id="2147483855" r:id="rId21"/>
    <p:sldLayoutId id="2147483851" r:id="rId22"/>
    <p:sldLayoutId id="2147483853" r:id="rId23"/>
    <p:sldLayoutId id="2147483852" r:id="rId24"/>
    <p:sldLayoutId id="2147483849" r:id="rId25"/>
    <p:sldLayoutId id="2147483845" r:id="rId26"/>
  </p:sldLayoutIdLst>
  <p:hf hdr="0"/>
  <p:txStyles>
    <p:titleStyle>
      <a:lvl1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4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708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708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708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708" b="1">
          <a:solidFill>
            <a:schemeClr val="tx2"/>
          </a:solidFill>
          <a:latin typeface="Arial" charset="0"/>
          <a:cs typeface="Arial" charset="0"/>
        </a:defRPr>
      </a:lvl5pPr>
      <a:lvl6pPr marL="562722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708" b="1">
          <a:solidFill>
            <a:schemeClr val="tx2"/>
          </a:solidFill>
          <a:latin typeface="Arial" charset="0"/>
          <a:cs typeface="Arial" charset="0"/>
        </a:defRPr>
      </a:lvl6pPr>
      <a:lvl7pPr marL="1125444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708" b="1">
          <a:solidFill>
            <a:schemeClr val="tx2"/>
          </a:solidFill>
          <a:latin typeface="Arial" charset="0"/>
          <a:cs typeface="Arial" charset="0"/>
        </a:defRPr>
      </a:lvl7pPr>
      <a:lvl8pPr marL="1688165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708" b="1">
          <a:solidFill>
            <a:schemeClr val="tx2"/>
          </a:solidFill>
          <a:latin typeface="Arial" charset="0"/>
          <a:cs typeface="Arial" charset="0"/>
        </a:defRPr>
      </a:lvl8pPr>
      <a:lvl9pPr marL="2250887" algn="l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2708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58775" indent="-358775" algn="l" rtl="0" eaLnBrk="1" fontAlgn="base" hangingPunct="1">
        <a:lnSpc>
          <a:spcPct val="100000"/>
        </a:lnSpc>
        <a:spcBef>
          <a:spcPts val="6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defRPr b="1" u="none" kern="1200">
          <a:solidFill>
            <a:schemeClr val="bg1"/>
          </a:solidFill>
          <a:latin typeface="+mn-lt"/>
          <a:ea typeface="+mn-ea"/>
          <a:cs typeface="+mn-cs"/>
        </a:defRPr>
      </a:lvl1pPr>
      <a:lvl2pPr marL="715963" indent="-357188" algn="l" rtl="0" eaLnBrk="1" fontAlgn="base" hangingPunct="1">
        <a:lnSpc>
          <a:spcPct val="100000"/>
        </a:lnSpc>
        <a:spcBef>
          <a:spcPts val="6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defRPr u="none" kern="1200">
          <a:solidFill>
            <a:schemeClr val="bg1"/>
          </a:solidFill>
          <a:latin typeface="+mn-lt"/>
          <a:ea typeface="+mn-ea"/>
          <a:cs typeface="+mn-cs"/>
        </a:defRPr>
      </a:lvl2pPr>
      <a:lvl3pPr marL="1074738" indent="-358775" algn="l" rtl="0" eaLnBrk="1" fontAlgn="base" hangingPunct="1">
        <a:lnSpc>
          <a:spcPct val="100000"/>
        </a:lnSpc>
        <a:spcBef>
          <a:spcPts val="6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>
          <a:tab pos="1522413" algn="l"/>
        </a:tabLst>
        <a:defRPr sz="1600" u="none" kern="1200">
          <a:solidFill>
            <a:schemeClr val="bg1"/>
          </a:solidFill>
          <a:latin typeface="+mn-lt"/>
          <a:ea typeface="+mn-ea"/>
          <a:cs typeface="+mn-cs"/>
        </a:defRPr>
      </a:lvl3pPr>
      <a:lvl4pPr marL="1431925" indent="-357188" algn="l" rtl="0" eaLnBrk="1" fontAlgn="base" hangingPunct="1">
        <a:lnSpc>
          <a:spcPct val="100000"/>
        </a:lnSpc>
        <a:spcBef>
          <a:spcPts val="6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defRPr sz="1400" u="none" kern="1200">
          <a:solidFill>
            <a:schemeClr val="bg1"/>
          </a:solidFill>
          <a:latin typeface="+mn-lt"/>
          <a:ea typeface="+mn-ea"/>
          <a:cs typeface="+mn-cs"/>
        </a:defRPr>
      </a:lvl4pPr>
      <a:lvl5pPr marL="1790700" indent="-358775" algn="l" rtl="0" eaLnBrk="1" fontAlgn="base" hangingPunct="1">
        <a:lnSpc>
          <a:spcPct val="100000"/>
        </a:lnSpc>
        <a:spcBef>
          <a:spcPts val="6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defRPr sz="1200" u="none" kern="1200">
          <a:solidFill>
            <a:schemeClr val="bg1"/>
          </a:solidFill>
          <a:latin typeface="+mn-lt"/>
          <a:ea typeface="+mn-ea"/>
          <a:cs typeface="+mn-cs"/>
        </a:defRPr>
      </a:lvl5pPr>
      <a:lvl6pPr marL="3094970" indent="-281361" algn="l" defTabSz="1125444" rtl="0" eaLnBrk="1" latinLnBrk="0" hangingPunct="1">
        <a:lnSpc>
          <a:spcPct val="110000"/>
        </a:lnSpc>
        <a:spcBef>
          <a:spcPts val="862"/>
        </a:spcBef>
        <a:buClr>
          <a:schemeClr val="tx2"/>
        </a:buClr>
        <a:buFont typeface="Arial" pitchFamily="34" charset="0"/>
        <a:buChar char="•"/>
        <a:defRPr sz="1477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77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77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3">
          <p15:clr>
            <a:srgbClr val="F26B43"/>
          </p15:clr>
        </p15:guide>
        <p15:guide id="2" pos="224">
          <p15:clr>
            <a:srgbClr val="F26B43"/>
          </p15:clr>
        </p15:guide>
        <p15:guide id="3" pos="7457">
          <p15:clr>
            <a:srgbClr val="F26B43"/>
          </p15:clr>
        </p15:guide>
        <p15:guide id="4" orient="horz" pos="436">
          <p15:clr>
            <a:srgbClr val="F26B43"/>
          </p15:clr>
        </p15:guide>
        <p15:guide id="5" orient="horz" pos="4090">
          <p15:clr>
            <a:srgbClr val="F26B43"/>
          </p15:clr>
        </p15:guide>
        <p15:guide id="6" orient="horz" pos="54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C58EF0-1F99-C53E-2888-EA49300AAD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Softwarearchäologie live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67F88A8-0E66-3E2A-54F2-47284DC963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Ich hatte da mal was gebastelt</a:t>
            </a:r>
          </a:p>
        </p:txBody>
      </p:sp>
    </p:spTree>
    <p:extLst>
      <p:ext uri="{BB962C8B-B14F-4D97-AF65-F5344CB8AC3E}">
        <p14:creationId xmlns:p14="http://schemas.microsoft.com/office/powerpoint/2010/main" val="1758920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6FFD967-B679-3542-0DF1-D3A93F9FB2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Gedächtnisprotokoll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1DD6F13-7788-3351-2ACF-BA449F6503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7716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CC563B54-FB40-DF57-541F-A5A19A37C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Damals™ wollte ich Dinge messen.</a:t>
            </a:r>
          </a:p>
          <a:p>
            <a:r>
              <a:rPr lang="de-DE" dirty="0"/>
              <a:t>Anforderungen:</a:t>
            </a:r>
          </a:p>
          <a:p>
            <a:pPr lvl="1"/>
            <a:r>
              <a:rPr lang="de-DE" dirty="0" err="1"/>
              <a:t>Samplingrate</a:t>
            </a:r>
            <a:r>
              <a:rPr lang="de-DE" dirty="0"/>
              <a:t>: 1/10ms oder besser</a:t>
            </a:r>
          </a:p>
          <a:p>
            <a:pPr lvl="1"/>
            <a:r>
              <a:rPr lang="de-DE" dirty="0"/>
              <a:t>Anzahl Sensoren: &gt;15</a:t>
            </a:r>
          </a:p>
          <a:p>
            <a:pPr lvl="1"/>
            <a:r>
              <a:rPr lang="de-DE" dirty="0" err="1"/>
              <a:t>Jitter</a:t>
            </a:r>
            <a:r>
              <a:rPr lang="de-DE" dirty="0"/>
              <a:t> zwischen Sensoren: &lt;10ms</a:t>
            </a:r>
          </a:p>
          <a:p>
            <a:pPr lvl="1"/>
            <a:r>
              <a:rPr lang="de-DE" dirty="0"/>
              <a:t>Sensortypen:</a:t>
            </a:r>
          </a:p>
          <a:p>
            <a:pPr lvl="2"/>
            <a:r>
              <a:rPr lang="de-DE" dirty="0"/>
              <a:t>Widerstandsbasiert</a:t>
            </a:r>
          </a:p>
          <a:p>
            <a:pPr lvl="2"/>
            <a:r>
              <a:rPr lang="de-DE" dirty="0"/>
              <a:t>Puls</a:t>
            </a:r>
          </a:p>
          <a:p>
            <a:pPr lvl="2"/>
            <a:r>
              <a:rPr lang="de-DE" dirty="0"/>
              <a:t>Spannung</a:t>
            </a:r>
          </a:p>
          <a:p>
            <a:pPr lvl="1"/>
            <a:r>
              <a:rPr lang="de-DE" dirty="0"/>
              <a:t>Dezentrale Wandlung</a:t>
            </a:r>
          </a:p>
          <a:p>
            <a:pPr lvl="1"/>
            <a:r>
              <a:rPr lang="de-DE" dirty="0"/>
              <a:t>Zentrale Aufzeichnung in sicherer Entfernung</a:t>
            </a:r>
          </a:p>
          <a:p>
            <a:r>
              <a:rPr lang="de-DE" dirty="0"/>
              <a:t>NI-Systeme: nein, weil €</a:t>
            </a:r>
          </a:p>
          <a:p>
            <a:r>
              <a:rPr lang="de-DE" dirty="0"/>
              <a:t>Arduino: nein, weil </a:t>
            </a:r>
            <a:r>
              <a:rPr lang="de-DE" dirty="0" err="1"/>
              <a:t>Samplingrate</a:t>
            </a:r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2FC232C-8C95-79DC-02E3-9BAEEBD5C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Historie</a:t>
            </a:r>
          </a:p>
        </p:txBody>
      </p:sp>
    </p:spTree>
    <p:extLst>
      <p:ext uri="{BB962C8B-B14F-4D97-AF65-F5344CB8AC3E}">
        <p14:creationId xmlns:p14="http://schemas.microsoft.com/office/powerpoint/2010/main" val="2678658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E48249D-6B95-5A98-1413-72437E6CF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52B1B2F-ED65-AAE9-EF28-602B659808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Zentraler PC zur Datenaufzeichnung</a:t>
            </a:r>
          </a:p>
          <a:p>
            <a:r>
              <a:rPr lang="de-DE" dirty="0"/>
              <a:t>Dezentrale Sensor-Nodes zur </a:t>
            </a:r>
            <a:r>
              <a:rPr lang="de-DE" dirty="0" err="1"/>
              <a:t>Messwertwerfassung</a:t>
            </a:r>
            <a:endParaRPr lang="de-DE" dirty="0"/>
          </a:p>
          <a:p>
            <a:pPr lvl="1"/>
            <a:r>
              <a:rPr lang="de-DE" dirty="0"/>
              <a:t>Standard-HW und SW</a:t>
            </a:r>
          </a:p>
          <a:p>
            <a:pPr lvl="1"/>
            <a:r>
              <a:rPr lang="de-DE" dirty="0"/>
              <a:t>Konfiguration via Bus</a:t>
            </a:r>
          </a:p>
          <a:p>
            <a:r>
              <a:rPr lang="de-DE" dirty="0"/>
              <a:t>Kommunikation via CAN</a:t>
            </a:r>
          </a:p>
          <a:p>
            <a:r>
              <a:rPr lang="de-DE" dirty="0"/>
              <a:t>Steuerung von Aktoren wäre „nice to </a:t>
            </a:r>
            <a:r>
              <a:rPr lang="de-DE" dirty="0" err="1"/>
              <a:t>have</a:t>
            </a:r>
            <a:r>
              <a:rPr lang="de-DE" dirty="0"/>
              <a:t>“, Implementierung später.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268110-3135-B1CF-265B-656696872D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4055450-52AE-4C8B-9714-2843C81CF833}" type="datetime1">
              <a:rPr lang="de-DE" smtClean="0"/>
              <a:t>21.08.2026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644EB10-C89B-B53D-B0B2-E8D2E8BDD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Lösungsansatz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FDDE8DE-BED3-B7AE-6C1C-6F83EEF317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69A084B-84B6-4F15-B0F5-CCDC4176846B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21186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A4B1AB9-EB7E-210E-91D0-E534E94BB6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3F5675-E438-DA33-93B4-7CCC1390F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Eine Sensor-Node mit Temperatursensor (Widerstandsbasiert)</a:t>
            </a:r>
          </a:p>
          <a:p>
            <a:r>
              <a:rPr lang="de-DE" dirty="0"/>
              <a:t>CAN-Dongle am Linux-PC</a:t>
            </a:r>
          </a:p>
          <a:p>
            <a:r>
              <a:rPr lang="de-DE" dirty="0"/>
              <a:t>Konfiguration der Sensor-Node via Konfigurationstool (GUI)</a:t>
            </a:r>
          </a:p>
          <a:p>
            <a:r>
              <a:rPr lang="de-DE" dirty="0"/>
              <a:t>Auslesen, Anzeigen und </a:t>
            </a:r>
            <a:r>
              <a:rPr lang="de-DE" dirty="0" err="1"/>
              <a:t>Logging</a:t>
            </a:r>
            <a:r>
              <a:rPr lang="de-DE" dirty="0"/>
              <a:t> von Werten in der Anzeige- und </a:t>
            </a:r>
            <a:r>
              <a:rPr lang="de-DE" dirty="0" err="1"/>
              <a:t>Logging</a:t>
            </a:r>
            <a:r>
              <a:rPr lang="de-DE" dirty="0"/>
              <a:t>-GUI</a:t>
            </a:r>
          </a:p>
          <a:p>
            <a:pPr lvl="1"/>
            <a:r>
              <a:rPr lang="de-DE" dirty="0"/>
              <a:t>Hier nur mit Datenrate 1/500ms</a:t>
            </a:r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Und dann lief Boris… und vieles andere.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9481EB-5152-1B11-39D5-1D44FDEC6B2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4055450-52AE-4C8B-9714-2843C81CF833}" type="datetime1">
              <a:rPr lang="de-DE" smtClean="0"/>
              <a:t>21.08.2026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5DDA033-177E-F387-7D25-EBBD9A187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lief?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A27C46-C29A-1667-8480-B2D8FBBBB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69A084B-84B6-4F15-B0F5-CCDC4176846B}" type="slidenum">
              <a:rPr lang="de-DE" smtClean="0"/>
              <a:pPr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33354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A03EDDD6-22CB-71CE-FAE3-07F4C636CE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5B8769B-627B-738A-1F4F-9AAA9D475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Ich brauche das Ding. Diesmal wirklich! Ernsthaft!</a:t>
            </a:r>
          </a:p>
          <a:p>
            <a:r>
              <a:rPr lang="de-DE" dirty="0"/>
              <a:t>Plan:</a:t>
            </a:r>
          </a:p>
          <a:p>
            <a:pPr lvl="1"/>
            <a:r>
              <a:rPr lang="de-DE" dirty="0"/>
              <a:t>Bestandsaufnahme</a:t>
            </a:r>
          </a:p>
          <a:p>
            <a:pPr lvl="1"/>
            <a:r>
              <a:rPr lang="de-DE" dirty="0"/>
              <a:t>Einrichten einer automatisierten Testumgebung</a:t>
            </a:r>
          </a:p>
          <a:p>
            <a:pPr lvl="1"/>
            <a:r>
              <a:rPr lang="de-DE" dirty="0" err="1"/>
              <a:t>Refactoring</a:t>
            </a:r>
            <a:r>
              <a:rPr lang="de-DE" dirty="0"/>
              <a:t> des alten Codes</a:t>
            </a:r>
          </a:p>
          <a:p>
            <a:pPr lvl="2"/>
            <a:r>
              <a:rPr lang="de-DE" dirty="0"/>
              <a:t>Testbarkeit</a:t>
            </a:r>
          </a:p>
          <a:p>
            <a:pPr lvl="1"/>
            <a:r>
              <a:rPr lang="de-DE" dirty="0"/>
              <a:t>Vervollständigen / verbessern</a:t>
            </a:r>
          </a:p>
          <a:p>
            <a:pPr lvl="2"/>
            <a:r>
              <a:rPr lang="de-DE" dirty="0"/>
              <a:t>Pulsbasierte Sensoren</a:t>
            </a:r>
          </a:p>
          <a:p>
            <a:pPr lvl="2"/>
            <a:r>
              <a:rPr lang="de-DE" dirty="0"/>
              <a:t>Linearisierung / Kennlinie</a:t>
            </a:r>
          </a:p>
          <a:p>
            <a:pPr lvl="2"/>
            <a:r>
              <a:rPr lang="de-DE" dirty="0"/>
              <a:t>Vermutlich noch viele andere Dinge</a:t>
            </a:r>
          </a:p>
          <a:p>
            <a:pPr lvl="1"/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22B9DDB-BE82-0511-A5B1-C4E6AC79140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4055450-52AE-4C8B-9714-2843C81CF833}" type="datetime1">
              <a:rPr lang="de-DE" smtClean="0"/>
              <a:t>21.08.2026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77358C4-956D-4DBC-F8B0-020589C71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Zeitsprung: 2026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D6F3C1-3A25-FE95-B23B-68C32FE9EE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69A084B-84B6-4F15-B0F5-CCDC4176846B}" type="slidenum">
              <a:rPr lang="de-DE" smtClean="0"/>
              <a:pPr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33539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A8742-8BA1-8261-B500-5E2972CAB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D0594D-2F61-8814-E39A-39D77F64E2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Tagebuch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023ABFE-B049-5605-64E5-49EC3207A5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8313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9A00A10-AF1F-D886-2E75-D0C78EAFD2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286162-1FB7-BCFA-3CA1-90CA486E0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Code ist bei </a:t>
            </a:r>
            <a:r>
              <a:rPr lang="de-DE" dirty="0" err="1"/>
              <a:t>Github</a:t>
            </a:r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Ich hab damals sogar etwas dokumentiert.</a:t>
            </a:r>
          </a:p>
          <a:p>
            <a:pPr lvl="1"/>
            <a:r>
              <a:rPr lang="de-DE" dirty="0"/>
              <a:t>CAN-Protokoll</a:t>
            </a:r>
          </a:p>
          <a:p>
            <a:pPr lvl="1"/>
            <a:r>
              <a:rPr lang="de-DE" dirty="0"/>
              <a:t>HW-SW-Interface für die Sensor-Node</a:t>
            </a:r>
          </a:p>
          <a:p>
            <a:r>
              <a:rPr lang="de-DE" dirty="0"/>
              <a:t>Schaltplan, Layout fehlt komplett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5B53D1-A7CA-08A6-4B47-8C31B59FF87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4055450-52AE-4C8B-9714-2843C81CF833}" type="datetime1">
              <a:rPr lang="de-DE" smtClean="0"/>
              <a:t>21.08.2026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24D1598-6DB7-D547-F442-56982AE8C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Bestandsaufnahme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90E6C46-2A35-86F3-41D7-75A5EEEF9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69A084B-84B6-4F15-B0F5-CCDC4176846B}" type="slidenum">
              <a:rPr lang="de-DE" smtClean="0"/>
              <a:pPr/>
              <a:t>8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F362404-5CB3-ED19-9F95-876D5FA34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7688" y="883065"/>
            <a:ext cx="6306430" cy="3419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242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F8F53AD-F016-5FC5-660D-6672C589E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1FFFA41-04B9-ADCA-219A-25C62DB5C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Größtenteils Python</a:t>
            </a:r>
          </a:p>
          <a:p>
            <a:r>
              <a:rPr lang="de-DE" dirty="0"/>
              <a:t>Sensor-Nodes in C / Stm32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de-DE" dirty="0">
                <a:sym typeface="Wingdings" panose="05000000000000000000" pitchFamily="2" charset="2"/>
              </a:rPr>
              <a:t>VS Code mit </a:t>
            </a:r>
            <a:r>
              <a:rPr lang="de-DE" dirty="0" err="1">
                <a:sym typeface="Wingdings" panose="05000000000000000000" pitchFamily="2" charset="2"/>
              </a:rPr>
              <a:t>venv</a:t>
            </a:r>
            <a:endParaRPr lang="de-DE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r>
              <a:rPr lang="de-DE" dirty="0">
                <a:sym typeface="Wingdings" panose="05000000000000000000" pitchFamily="2" charset="2"/>
              </a:rPr>
              <a:t>Unter Windows…?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de-DE" dirty="0">
                <a:sym typeface="Wingdings" panose="05000000000000000000" pitchFamily="2" charset="2"/>
              </a:rPr>
              <a:t>… aber ich will es unter Linux benutzen!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de-DE" dirty="0">
                <a:sym typeface="Wingdings" panose="05000000000000000000" pitchFamily="2" charset="2"/>
              </a:rPr>
              <a:t>… ich will es automatisiert testen, Windows Laptop hat keine IOs. </a:t>
            </a:r>
            <a:r>
              <a:rPr lang="de-DE" dirty="0" err="1">
                <a:sym typeface="Wingdings" panose="05000000000000000000" pitchFamily="2" charset="2"/>
              </a:rPr>
              <a:t>Sideprojectcounter</a:t>
            </a:r>
            <a:r>
              <a:rPr lang="de-DE" dirty="0">
                <a:sym typeface="Wingdings" panose="05000000000000000000" pitchFamily="2" charset="2"/>
              </a:rPr>
              <a:t> = 1</a:t>
            </a: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 Bevor ich ernsthaft starte, brauche ich eine Architektur zur Infrastruktur.</a:t>
            </a: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C7B4B43-2123-F0E2-F7C1-0A33F21508F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4055450-52AE-4C8B-9714-2843C81CF833}" type="datetime1">
              <a:rPr lang="de-DE" smtClean="0"/>
              <a:t>21.08.2026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BFF43951-69B8-DE55-64F5-58438EFDA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IDE Aufsetzen, laufen lassen.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6012D9-8A74-1221-86BE-54DAD36F8B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69A084B-84B6-4F15-B0F5-CCDC4176846B}" type="slidenum">
              <a:rPr lang="de-DE" smtClean="0"/>
              <a:pPr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5463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ED75D60-6F8B-724F-68CE-D474427298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472260-F364-D5CD-E75A-C48240814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Was sagt die AI dazu?</a:t>
            </a:r>
          </a:p>
          <a:p>
            <a:r>
              <a:rPr lang="de-DE" i="1" dirty="0"/>
              <a:t>## 10. Recommended Work Order</a:t>
            </a:r>
            <a:endParaRPr lang="de-DE" b="0" i="1" dirty="0"/>
          </a:p>
          <a:p>
            <a:r>
              <a:rPr lang="de-DE" b="0" i="1" dirty="0"/>
              <a:t>1. Freeze the </a:t>
            </a:r>
            <a:r>
              <a:rPr lang="de-DE" b="0" i="1" dirty="0" err="1"/>
              <a:t>node</a:t>
            </a:r>
            <a:r>
              <a:rPr lang="de-DE" b="0" i="1" dirty="0"/>
              <a:t> </a:t>
            </a:r>
            <a:r>
              <a:rPr lang="de-DE" b="0" i="1" dirty="0" err="1"/>
              <a:t>model</a:t>
            </a:r>
            <a:r>
              <a:rPr lang="de-DE" b="0" i="1" dirty="0"/>
              <a:t> and </a:t>
            </a:r>
            <a:r>
              <a:rPr lang="de-DE" b="0" i="1" dirty="0" err="1"/>
              <a:t>message</a:t>
            </a:r>
            <a:r>
              <a:rPr lang="de-DE" b="0" i="1" dirty="0"/>
              <a:t> </a:t>
            </a:r>
            <a:r>
              <a:rPr lang="de-DE" b="0" i="1" dirty="0" err="1"/>
              <a:t>specification</a:t>
            </a:r>
            <a:r>
              <a:rPr lang="de-DE" b="0" i="1" dirty="0"/>
              <a:t>.</a:t>
            </a:r>
          </a:p>
          <a:p>
            <a:r>
              <a:rPr lang="de-DE" b="0" i="1" dirty="0"/>
              <a:t>2. Separate </a:t>
            </a:r>
            <a:r>
              <a:rPr lang="de-DE" b="0" i="1" dirty="0" err="1"/>
              <a:t>configuration</a:t>
            </a:r>
            <a:r>
              <a:rPr lang="de-DE" b="0" i="1" dirty="0"/>
              <a:t>, </a:t>
            </a:r>
            <a:r>
              <a:rPr lang="de-DE" b="0" i="1" dirty="0" err="1"/>
              <a:t>protocol</a:t>
            </a:r>
            <a:r>
              <a:rPr lang="de-DE" b="0" i="1" dirty="0"/>
              <a:t>, and </a:t>
            </a:r>
            <a:r>
              <a:rPr lang="de-DE" b="0" i="1" dirty="0" err="1"/>
              <a:t>runtime</a:t>
            </a:r>
            <a:r>
              <a:rPr lang="de-DE" b="0" i="1" dirty="0"/>
              <a:t> </a:t>
            </a:r>
            <a:r>
              <a:rPr lang="de-DE" b="0" i="1" dirty="0" err="1"/>
              <a:t>logic</a:t>
            </a:r>
            <a:r>
              <a:rPr lang="de-DE" b="0" i="1" dirty="0"/>
              <a:t>.</a:t>
            </a:r>
          </a:p>
          <a:p>
            <a:r>
              <a:rPr lang="de-DE" b="0" i="1" dirty="0"/>
              <a:t>3. Add </a:t>
            </a:r>
            <a:r>
              <a:rPr lang="de-DE" b="0" i="1" dirty="0" err="1"/>
              <a:t>unit</a:t>
            </a:r>
            <a:r>
              <a:rPr lang="de-DE" b="0" i="1" dirty="0"/>
              <a:t> </a:t>
            </a:r>
            <a:r>
              <a:rPr lang="de-DE" b="0" i="1" dirty="0" err="1"/>
              <a:t>tests</a:t>
            </a:r>
            <a:r>
              <a:rPr lang="de-DE" b="0" i="1" dirty="0"/>
              <a:t> for </a:t>
            </a:r>
            <a:r>
              <a:rPr lang="de-DE" b="0" i="1" dirty="0" err="1"/>
              <a:t>validation</a:t>
            </a:r>
            <a:r>
              <a:rPr lang="de-DE" b="0" i="1" dirty="0"/>
              <a:t> and </a:t>
            </a:r>
            <a:r>
              <a:rPr lang="de-DE" b="0" i="1" dirty="0" err="1"/>
              <a:t>conversion</a:t>
            </a:r>
            <a:r>
              <a:rPr lang="de-DE" b="0" i="1" dirty="0"/>
              <a:t> </a:t>
            </a:r>
            <a:r>
              <a:rPr lang="de-DE" b="0" i="1" dirty="0" err="1"/>
              <a:t>logic</a:t>
            </a:r>
            <a:r>
              <a:rPr lang="de-DE" b="0" i="1" dirty="0"/>
              <a:t>.</a:t>
            </a:r>
          </a:p>
          <a:p>
            <a:r>
              <a:rPr lang="de-DE" b="0" i="1" dirty="0"/>
              <a:t>4. Add </a:t>
            </a:r>
            <a:r>
              <a:rPr lang="de-DE" b="0" i="1" dirty="0" err="1"/>
              <a:t>integration</a:t>
            </a:r>
            <a:r>
              <a:rPr lang="de-DE" b="0" i="1" dirty="0"/>
              <a:t> </a:t>
            </a:r>
            <a:r>
              <a:rPr lang="de-DE" b="0" i="1" dirty="0" err="1"/>
              <a:t>tests</a:t>
            </a:r>
            <a:r>
              <a:rPr lang="de-DE" b="0" i="1" dirty="0"/>
              <a:t> </a:t>
            </a:r>
            <a:r>
              <a:rPr lang="de-DE" b="0" i="1" dirty="0" err="1"/>
              <a:t>around</a:t>
            </a:r>
            <a:r>
              <a:rPr lang="de-DE" b="0" i="1" dirty="0"/>
              <a:t> CAN </a:t>
            </a:r>
            <a:r>
              <a:rPr lang="de-DE" b="0" i="1" dirty="0" err="1"/>
              <a:t>message</a:t>
            </a:r>
            <a:r>
              <a:rPr lang="de-DE" b="0" i="1" dirty="0"/>
              <a:t> </a:t>
            </a:r>
            <a:r>
              <a:rPr lang="de-DE" b="0" i="1" dirty="0" err="1"/>
              <a:t>flow</a:t>
            </a:r>
            <a:r>
              <a:rPr lang="de-DE" b="0" i="1" dirty="0"/>
              <a:t> and </a:t>
            </a:r>
            <a:r>
              <a:rPr lang="de-DE" b="0" i="1" dirty="0" err="1"/>
              <a:t>node</a:t>
            </a:r>
            <a:r>
              <a:rPr lang="de-DE" b="0" i="1" dirty="0"/>
              <a:t> </a:t>
            </a:r>
            <a:r>
              <a:rPr lang="de-DE" b="0" i="1" dirty="0" err="1"/>
              <a:t>state</a:t>
            </a:r>
            <a:r>
              <a:rPr lang="de-DE" b="0" i="1" dirty="0"/>
              <a:t>.</a:t>
            </a:r>
          </a:p>
          <a:p>
            <a:r>
              <a:rPr lang="de-DE" b="0" i="1" dirty="0"/>
              <a:t>5. </a:t>
            </a:r>
            <a:r>
              <a:rPr lang="de-DE" b="0" i="1" dirty="0" err="1"/>
              <a:t>Validate</a:t>
            </a:r>
            <a:r>
              <a:rPr lang="de-DE" b="0" i="1" dirty="0"/>
              <a:t> </a:t>
            </a:r>
            <a:r>
              <a:rPr lang="de-DE" b="0" i="1" dirty="0" err="1"/>
              <a:t>timing</a:t>
            </a:r>
            <a:r>
              <a:rPr lang="de-DE" b="0" i="1" dirty="0"/>
              <a:t> </a:t>
            </a:r>
            <a:r>
              <a:rPr lang="de-DE" b="0" i="1" dirty="0" err="1"/>
              <a:t>with</a:t>
            </a:r>
            <a:r>
              <a:rPr lang="de-DE" b="0" i="1" dirty="0"/>
              <a:t> at least 10 </a:t>
            </a:r>
            <a:r>
              <a:rPr lang="de-DE" b="0" i="1" dirty="0" err="1"/>
              <a:t>sensors</a:t>
            </a:r>
            <a:r>
              <a:rPr lang="de-DE" b="0" i="1" dirty="0"/>
              <a:t>.</a:t>
            </a:r>
          </a:p>
          <a:p>
            <a:r>
              <a:rPr lang="de-DE" b="0" i="1" dirty="0"/>
              <a:t>6. Perform a final </a:t>
            </a:r>
            <a:r>
              <a:rPr lang="de-DE" b="0" i="1" dirty="0" err="1"/>
              <a:t>hardware</a:t>
            </a:r>
            <a:r>
              <a:rPr lang="de-DE" b="0" i="1" dirty="0"/>
              <a:t> </a:t>
            </a:r>
            <a:r>
              <a:rPr lang="de-DE" b="0" i="1" dirty="0" err="1"/>
              <a:t>system</a:t>
            </a:r>
            <a:r>
              <a:rPr lang="de-DE" b="0" i="1" dirty="0"/>
              <a:t> </a:t>
            </a:r>
            <a:r>
              <a:rPr lang="de-DE" b="0" i="1" dirty="0" err="1"/>
              <a:t>test</a:t>
            </a:r>
            <a:r>
              <a:rPr lang="de-DE" b="0" i="1" dirty="0"/>
              <a:t> </a:t>
            </a:r>
            <a:r>
              <a:rPr lang="de-DE" b="0" i="1" dirty="0" err="1"/>
              <a:t>using</a:t>
            </a:r>
            <a:r>
              <a:rPr lang="de-DE" b="0" i="1" dirty="0"/>
              <a:t> the real </a:t>
            </a:r>
            <a:r>
              <a:rPr lang="de-DE" b="0" i="1" dirty="0" err="1"/>
              <a:t>bus</a:t>
            </a:r>
            <a:r>
              <a:rPr lang="de-DE" b="0" i="1" dirty="0"/>
              <a:t> and </a:t>
            </a:r>
            <a:r>
              <a:rPr lang="de-DE" b="0" i="1" dirty="0" err="1"/>
              <a:t>sensor</a:t>
            </a:r>
            <a:r>
              <a:rPr lang="de-DE" b="0" i="1" dirty="0"/>
              <a:t> </a:t>
            </a:r>
            <a:r>
              <a:rPr lang="de-DE" b="0" i="1" dirty="0" err="1"/>
              <a:t>setup</a:t>
            </a:r>
            <a:r>
              <a:rPr lang="de-DE" b="0" i="1" dirty="0"/>
              <a:t>.</a:t>
            </a:r>
          </a:p>
          <a:p>
            <a:r>
              <a:rPr lang="de-DE" b="0" i="1" dirty="0"/>
              <a:t>7. Only </a:t>
            </a:r>
            <a:r>
              <a:rPr lang="de-DE" b="0" i="1" dirty="0" err="1"/>
              <a:t>then</a:t>
            </a:r>
            <a:r>
              <a:rPr lang="de-DE" b="0" i="1" dirty="0"/>
              <a:t> </a:t>
            </a:r>
            <a:r>
              <a:rPr lang="de-DE" b="0" i="1" dirty="0" err="1"/>
              <a:t>consider</a:t>
            </a:r>
            <a:r>
              <a:rPr lang="de-DE" b="0" i="1" dirty="0"/>
              <a:t> the </a:t>
            </a:r>
            <a:r>
              <a:rPr lang="de-DE" b="0" i="1" dirty="0" err="1"/>
              <a:t>refactor</a:t>
            </a:r>
            <a:r>
              <a:rPr lang="de-DE" b="0" i="1" dirty="0"/>
              <a:t> </a:t>
            </a:r>
            <a:r>
              <a:rPr lang="de-DE" b="0" i="1" dirty="0" err="1"/>
              <a:t>complete</a:t>
            </a:r>
            <a:r>
              <a:rPr lang="de-DE" b="0" i="1" dirty="0"/>
              <a:t> and release-</a:t>
            </a:r>
            <a:r>
              <a:rPr lang="de-DE" b="0" i="1" dirty="0" err="1"/>
              <a:t>ready</a:t>
            </a:r>
            <a:r>
              <a:rPr lang="de-DE" b="0" i="1" dirty="0"/>
              <a:t>.</a:t>
            </a:r>
          </a:p>
          <a:p>
            <a:endParaRPr lang="de-DE" dirty="0"/>
          </a:p>
          <a:p>
            <a:pPr>
              <a:buFont typeface="Wingdings" panose="05000000000000000000" pitchFamily="2" charset="2"/>
              <a:buChar char="à"/>
            </a:pPr>
            <a:r>
              <a:rPr lang="de-DE" dirty="0">
                <a:sym typeface="Wingdings" panose="05000000000000000000" pitchFamily="2" charset="2"/>
              </a:rPr>
              <a:t>Im Prinzip ja, aber es fehlt die komplette (Test-)Infrastruktur.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F43A8AF-EC6A-A1C2-885D-3A9927ED027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4055450-52AE-4C8B-9714-2843C81CF833}" type="datetime1">
              <a:rPr lang="de-DE" smtClean="0"/>
              <a:t>21.08.2026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04754576-3A8F-7A5A-603F-1FDCDF962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sagt AI zu dem Plan?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2665CE-BBE2-01C5-8FDA-AC89D0435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69A084B-84B6-4F15-B0F5-CCDC4176846B}" type="slidenum">
              <a:rPr lang="de-DE" smtClean="0"/>
              <a:pPr/>
              <a:t>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54833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82F4187-39EA-6FD8-127F-9F98014D0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DE873F5-F9C8-4EBE-734D-93314AF12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Copilot und ich kommen zur gleichen Grundidee</a:t>
            </a:r>
          </a:p>
          <a:p>
            <a:pPr lvl="1"/>
            <a:r>
              <a:rPr lang="de-DE" dirty="0"/>
              <a:t>Coding auf dem Smart (=Windows) Laptop</a:t>
            </a:r>
          </a:p>
          <a:p>
            <a:pPr lvl="1"/>
            <a:r>
              <a:rPr lang="de-DE" dirty="0" err="1"/>
              <a:t>Unittesting</a:t>
            </a:r>
            <a:r>
              <a:rPr lang="de-DE" dirty="0"/>
              <a:t> (Python) auf Smart Laptop</a:t>
            </a:r>
          </a:p>
          <a:p>
            <a:pPr lvl="1"/>
            <a:r>
              <a:rPr lang="de-DE" dirty="0"/>
              <a:t>Integration und Hardware-</a:t>
            </a:r>
            <a:r>
              <a:rPr lang="de-DE" dirty="0" err="1"/>
              <a:t>Testing</a:t>
            </a:r>
            <a:r>
              <a:rPr lang="de-DE" dirty="0"/>
              <a:t> auf Ziel-OS (Linux)</a:t>
            </a:r>
          </a:p>
          <a:p>
            <a:pPr lvl="1"/>
            <a:r>
              <a:rPr lang="de-DE" dirty="0"/>
              <a:t>STM32 </a:t>
            </a:r>
            <a:r>
              <a:rPr lang="de-DE" dirty="0" err="1"/>
              <a:t>Build</a:t>
            </a:r>
            <a:r>
              <a:rPr lang="de-DE" dirty="0"/>
              <a:t> und </a:t>
            </a:r>
            <a:r>
              <a:rPr lang="de-DE" dirty="0" err="1"/>
              <a:t>Testing</a:t>
            </a:r>
            <a:r>
              <a:rPr lang="de-DE" dirty="0"/>
              <a:t> auf Linux via </a:t>
            </a:r>
            <a:r>
              <a:rPr lang="de-DE" dirty="0" err="1"/>
              <a:t>ssh</a:t>
            </a:r>
            <a:endParaRPr lang="de-DE" dirty="0"/>
          </a:p>
          <a:p>
            <a:r>
              <a:rPr lang="de-DE" dirty="0"/>
              <a:t>HIL</a:t>
            </a:r>
          </a:p>
          <a:p>
            <a:pPr lvl="1"/>
            <a:r>
              <a:rPr lang="de-DE" dirty="0" err="1"/>
              <a:t>Sideprojectcounter</a:t>
            </a:r>
            <a:r>
              <a:rPr lang="de-DE" dirty="0"/>
              <a:t> ++</a:t>
            </a:r>
          </a:p>
          <a:p>
            <a:pPr lvl="1"/>
            <a:r>
              <a:rPr lang="de-DE" dirty="0"/>
              <a:t>Henne-Ei: Ich brauche ein automatisches Messsystem um ein automatisches Messystem zu bauen.</a:t>
            </a:r>
          </a:p>
          <a:p>
            <a:pPr lvl="1"/>
            <a:r>
              <a:rPr lang="de-DE" dirty="0"/>
              <a:t>Vereinfachung / Spezialisierung: Es reichen wenige umschaltbare Stimulatoren, Messen ist (erstmal) nicht erforderlich</a:t>
            </a:r>
          </a:p>
          <a:p>
            <a:pPr lvl="1"/>
            <a:r>
              <a:rPr lang="de-DE" dirty="0"/>
              <a:t>Widerstand: 5 Werte (unterhalb Messbereich, Messbereich unten, </a:t>
            </a:r>
            <a:r>
              <a:rPr lang="de-DE" dirty="0" err="1"/>
              <a:t>mitte</a:t>
            </a:r>
            <a:r>
              <a:rPr lang="de-DE" dirty="0"/>
              <a:t>, oben, Oberhalb </a:t>
            </a:r>
            <a:r>
              <a:rPr lang="de-DE" dirty="0" err="1"/>
              <a:t>messbereich</a:t>
            </a:r>
            <a:r>
              <a:rPr lang="de-DE" dirty="0"/>
              <a:t>)</a:t>
            </a:r>
          </a:p>
          <a:p>
            <a:pPr lvl="2"/>
            <a:r>
              <a:rPr lang="de-DE" dirty="0"/>
              <a:t>Arduino, GPIOs + Relais</a:t>
            </a:r>
          </a:p>
          <a:p>
            <a:pPr lvl="1"/>
            <a:r>
              <a:rPr lang="de-DE" dirty="0"/>
              <a:t>Spannung: 0..5V</a:t>
            </a:r>
          </a:p>
          <a:p>
            <a:pPr lvl="2"/>
            <a:r>
              <a:rPr lang="de-DE" dirty="0"/>
              <a:t>Arduino, PWM + Filter</a:t>
            </a:r>
          </a:p>
          <a:p>
            <a:pPr lvl="1"/>
            <a:r>
              <a:rPr lang="de-DE" dirty="0"/>
              <a:t>Pulse: 0 .. 100Hz (?)</a:t>
            </a:r>
          </a:p>
          <a:p>
            <a:pPr lvl="2"/>
            <a:r>
              <a:rPr lang="de-DE" dirty="0"/>
              <a:t>Arduino, GPIO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889C18-D762-6CDB-0723-91C39817A7E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4055450-52AE-4C8B-9714-2843C81CF833}" type="datetime1">
              <a:rPr lang="de-DE" smtClean="0"/>
              <a:t>21.08.2026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DF329AD-568E-FF6D-9B61-016C867FC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Infrastruktur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D3AEDC-04B2-DB6A-49E4-9ADB23BFFD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69A084B-84B6-4F15-B0F5-CCDC4176846B}" type="slidenum">
              <a:rPr lang="de-DE" smtClean="0"/>
              <a:pPr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2669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76007485-20F6-7A0D-7B2E-515EF8D4E0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8EB500-2FD0-B20D-3D5F-E6A0993E3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Copilot hats dokumentiert</a:t>
            </a:r>
          </a:p>
          <a:p>
            <a:r>
              <a:rPr lang="de-DE" dirty="0"/>
              <a:t>Copilot hat einen Umsetzungsplan gemacht.</a:t>
            </a:r>
            <a:br>
              <a:rPr lang="de-DE" dirty="0"/>
            </a:br>
            <a:r>
              <a:rPr lang="de-DE" dirty="0" err="1"/>
              <a:t>Delivery</a:t>
            </a:r>
            <a:r>
              <a:rPr lang="de-DE" dirty="0"/>
              <a:t>: Anfang Februar.</a:t>
            </a:r>
          </a:p>
          <a:p>
            <a:r>
              <a:rPr lang="de-DE" dirty="0"/>
              <a:t>Plan ist sehr </a:t>
            </a:r>
            <a:r>
              <a:rPr lang="de-DE" dirty="0" err="1"/>
              <a:t>detailiert</a:t>
            </a:r>
            <a:r>
              <a:rPr lang="de-DE" dirty="0"/>
              <a:t> in Bezug auf Systemarchitektur</a:t>
            </a:r>
          </a:p>
          <a:p>
            <a:r>
              <a:rPr lang="de-DE" dirty="0"/>
              <a:t>Copilot meint, mit TDD dauert die Entwicklung bis Mitte April.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Parallel dazu: Raspberry Pi 1 ist echt Langsam!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455653-B156-EFCF-9A48-07333D2977F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4055450-52AE-4C8B-9714-2843C81CF833}" type="datetime1">
              <a:rPr lang="de-DE" smtClean="0"/>
              <a:t>22.08.2026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0A5A753E-1E21-28CE-E8F7-71DEB2A1E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Architektur / Projektplan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F5E53E-F017-535F-6DF6-620C34E3B7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69A084B-84B6-4F15-B0F5-CCDC4176846B}" type="slidenum">
              <a:rPr lang="de-DE" smtClean="0"/>
              <a:pPr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075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879CD04-EA33-FA8C-BF4F-1A08D0B995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822F27-4A72-7EC7-7E50-3095F5AEC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Der Plan von Copilot ist mir zu langsam.</a:t>
            </a:r>
          </a:p>
          <a:p>
            <a:r>
              <a:rPr lang="de-DE" dirty="0"/>
              <a:t>Ich möchte:</a:t>
            </a:r>
          </a:p>
          <a:p>
            <a:pPr lvl="1">
              <a:buFont typeface="+mj-lt"/>
              <a:buAutoNum type="arabicPeriod"/>
            </a:pPr>
            <a:r>
              <a:rPr lang="de-DE" dirty="0"/>
              <a:t>Dev- und Testumgebung aufsetzen</a:t>
            </a:r>
          </a:p>
          <a:p>
            <a:pPr lvl="1">
              <a:buFont typeface="+mj-lt"/>
              <a:buAutoNum type="arabicPeriod"/>
            </a:pPr>
            <a:r>
              <a:rPr lang="de-DE" dirty="0"/>
              <a:t>Überprüfen, ob der aktuelle Stand funktioniert (Hat er ja bereits)</a:t>
            </a:r>
          </a:p>
          <a:p>
            <a:pPr lvl="1">
              <a:buFont typeface="+mj-lt"/>
              <a:buAutoNum type="arabicPeriod"/>
            </a:pPr>
            <a:r>
              <a:rPr lang="de-DE" dirty="0"/>
              <a:t>Inkrementell ändern</a:t>
            </a:r>
          </a:p>
          <a:p>
            <a:pPr lvl="1">
              <a:buFont typeface="+mj-lt"/>
              <a:buAutoNum type="arabicPeriod"/>
            </a:pPr>
            <a:r>
              <a:rPr lang="de-DE" dirty="0"/>
              <a:t>Agil: Ich kenne im Vorfeld noch nicht alle Anforderungen ausreichend genau</a:t>
            </a:r>
          </a:p>
          <a:p>
            <a:r>
              <a:rPr lang="de-DE" dirty="0"/>
              <a:t>Copilot hat den Plan angepasst. Agil und Test-First. Zieldatum: Anfang Februar</a:t>
            </a:r>
          </a:p>
          <a:p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BA9BE80-E56B-2F9F-E7B2-18A758D9DAF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4055450-52AE-4C8B-9714-2843C81CF833}" type="datetime1">
              <a:rPr lang="de-DE" smtClean="0"/>
              <a:t>22.08.2026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623065D2-CFC1-25C8-5D14-C070411C8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Neuer Tag, neuer Code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6D4191-F9BF-7612-359F-AA1E9AE836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69A084B-84B6-4F15-B0F5-CCDC4176846B}" type="slidenum">
              <a:rPr lang="de-DE" smtClean="0"/>
              <a:pPr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150337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64E0BCD-D25A-187A-D672-32A383EB41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de-DE"/>
              <a:t>Unternehmensmaster Smart Mechatronics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0D723A-2BB6-26BF-BB38-92521176C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Definition von Protokoll und Architektur besteht bereits.</a:t>
            </a:r>
          </a:p>
          <a:p>
            <a:r>
              <a:rPr lang="de-DE" dirty="0"/>
              <a:t>Raspberry </a:t>
            </a:r>
            <a:r>
              <a:rPr lang="de-DE" dirty="0" err="1"/>
              <a:t>pi</a:t>
            </a:r>
            <a:r>
              <a:rPr lang="de-DE" dirty="0"/>
              <a:t> 1 als Test/</a:t>
            </a:r>
            <a:r>
              <a:rPr lang="de-DE" dirty="0" err="1"/>
              <a:t>Buildstation</a:t>
            </a:r>
            <a:r>
              <a:rPr lang="de-DE" dirty="0"/>
              <a:t> aufsetzen</a:t>
            </a:r>
          </a:p>
          <a:p>
            <a:pPr lvl="1"/>
            <a:r>
              <a:rPr lang="de-DE" dirty="0" err="1"/>
              <a:t>Immernoch</a:t>
            </a:r>
            <a:r>
              <a:rPr lang="de-DE" dirty="0"/>
              <a:t> Langsam. Zumindest </a:t>
            </a:r>
            <a:r>
              <a:rPr lang="de-DE" dirty="0" err="1"/>
              <a:t>boot</a:t>
            </a:r>
            <a:r>
              <a:rPr lang="de-DE" dirty="0"/>
              <a:t> und </a:t>
            </a:r>
            <a:r>
              <a:rPr lang="de-DE" dirty="0" err="1"/>
              <a:t>desktop</a:t>
            </a:r>
            <a:r>
              <a:rPr lang="de-DE" dirty="0"/>
              <a:t>.</a:t>
            </a:r>
          </a:p>
          <a:p>
            <a:pPr lvl="1"/>
            <a:r>
              <a:rPr lang="de-DE" dirty="0"/>
              <a:t>Mal schauen, ob alles per </a:t>
            </a:r>
            <a:r>
              <a:rPr lang="de-DE"/>
              <a:t>SSH geht.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899A373-2727-77C5-9A1B-0A3E987B72E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4055450-52AE-4C8B-9714-2843C81CF833}" type="datetime1">
              <a:rPr lang="de-DE" smtClean="0"/>
              <a:t>22.08.2026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20FEA83-D63A-D9A7-283C-242054D65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Lets</a:t>
            </a:r>
            <a:r>
              <a:rPr lang="de-DE" dirty="0"/>
              <a:t> </a:t>
            </a:r>
            <a:r>
              <a:rPr lang="de-DE" dirty="0" err="1"/>
              <a:t>get</a:t>
            </a:r>
            <a:r>
              <a:rPr lang="de-DE" dirty="0"/>
              <a:t> </a:t>
            </a:r>
            <a:r>
              <a:rPr lang="de-DE" dirty="0" err="1"/>
              <a:t>Cracking</a:t>
            </a:r>
            <a:r>
              <a:rPr lang="de-DE" dirty="0"/>
              <a:t>!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DF8F31-1953-4C91-C4C8-CFE338AAB2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69A084B-84B6-4F15-B0F5-CCDC4176846B}" type="slidenum">
              <a:rPr lang="de-DE" smtClean="0"/>
              <a:pPr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050700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aster_03_2026">
  <a:themeElements>
    <a:clrScheme name="Benutzerdefiniert 1">
      <a:dk1>
        <a:sysClr val="windowText" lastClr="000000"/>
      </a:dk1>
      <a:lt1>
        <a:sysClr val="window" lastClr="FFFFFF"/>
      </a:lt1>
      <a:dk2>
        <a:srgbClr val="0060A9"/>
      </a:dk2>
      <a:lt2>
        <a:srgbClr val="D2D8DC"/>
      </a:lt2>
      <a:accent1>
        <a:srgbClr val="0060A9"/>
      </a:accent1>
      <a:accent2>
        <a:srgbClr val="A3B7DA"/>
      </a:accent2>
      <a:accent3>
        <a:srgbClr val="748394"/>
      </a:accent3>
      <a:accent4>
        <a:srgbClr val="FFE600"/>
      </a:accent4>
      <a:accent5>
        <a:srgbClr val="006600"/>
      </a:accent5>
      <a:accent6>
        <a:srgbClr val="B6070A"/>
      </a:accent6>
      <a:hlink>
        <a:srgbClr val="006EC2"/>
      </a:hlink>
      <a:folHlink>
        <a:srgbClr val="800080"/>
      </a:folHlink>
    </a:clrScheme>
    <a:fontScheme name="Master Smart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Master Smar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9050" cap="flat" cmpd="sng" algn="ctr">
          <a:solidFill>
            <a:srgbClr val="0060A9"/>
          </a:solidFill>
          <a:prstDash val="solid"/>
        </a:ln>
        <a:ln w="19050" cap="flat" cmpd="sng" algn="ctr">
          <a:solidFill>
            <a:srgbClr val="0060A9"/>
          </a:solidFill>
          <a:prstDash val="solid"/>
        </a:ln>
        <a:ln w="19050" cap="flat" cmpd="sng" algn="ctr">
          <a:solidFill>
            <a:srgbClr val="0060A9"/>
          </a:solidFill>
          <a:prstDash val="solid"/>
        </a:ln>
      </a:lnStyleLst>
      <a:effectStyleLst>
        <a:effectStyle>
          <a:effectLst>
            <a:outerShdw blurRad="38100" dist="101600" dir="2400000" rotWithShape="0">
              <a:srgbClr val="000000">
                <a:alpha val="30000"/>
              </a:srgbClr>
            </a:outerShdw>
          </a:effectLst>
        </a:effectStyle>
        <a:effectStyle>
          <a:effectLst>
            <a:outerShdw blurRad="38100" dist="101600" dir="2400000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chilly" dir="r"/>
          </a:scene3d>
          <a:sp3d prstMaterial="plastic">
            <a:bevelT w="165100"/>
          </a:sp3d>
        </a:effectStyle>
        <a:effectStyle>
          <a:effectLst>
            <a:outerShdw blurRad="38100" dist="101600" dir="2400000" rotWithShape="0">
              <a:srgbClr val="000000">
                <a:alpha val="30000"/>
              </a:srgbClr>
            </a:outerShdw>
          </a:effectLst>
          <a:scene3d>
            <a:camera prst="obliqueBottomRight" fov="6000000"/>
            <a:lightRig rig="flat" dir="t"/>
          </a:scene3d>
          <a:sp3d prstMaterial="plastic">
            <a:bevelT w="254000" h="127000"/>
          </a:sp3d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  <a:custClrLst>
    <a:custClr name="Smart Grün">
      <a:srgbClr val="ADC22D"/>
    </a:custClr>
    <a:custClr name="Smart Orange">
      <a:srgbClr val="DC931A"/>
    </a:custClr>
    <a:custClr name="Smart Dunkelblau">
      <a:srgbClr val="283F64"/>
    </a:custClr>
  </a:custClrLst>
  <a:extLst>
    <a:ext uri="{05A4C25C-085E-4340-85A3-A5531E510DB2}">
      <thm15:themeFamily xmlns:thm15="http://schemas.microsoft.com/office/thememl/2012/main" name="NEU_SmartMechatronics_Master_V1.pptx" id="{2C4A3FBB-00A2-4A63-A7E2-65568F3E95BB}" vid="{FF93C4E6-1369-469A-B131-11DCA677A94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customXsn xmlns="http://schemas.microsoft.com/office/2006/metadata/customXsn">
  <xsnLocation/>
  <cached>True</cached>
  <openByDefault>True</openByDefault>
  <xsnScope/>
</customXsn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BBD9003812289408EA7333BCACF44FC" ma:contentTypeVersion="12" ma:contentTypeDescription="Ein neues Dokument erstellen." ma:contentTypeScope="" ma:versionID="0c5c1046a88a933084f5a8197ebf6a23">
  <xsd:schema xmlns:xsd="http://www.w3.org/2001/XMLSchema" xmlns:xs="http://www.w3.org/2001/XMLSchema" xmlns:p="http://schemas.microsoft.com/office/2006/metadata/properties" xmlns:ns2="b85a9d60-6535-41ad-bf5c-23a8b594cd63" xmlns:ns3="ed5c7061-1de8-4387-89c6-d21a66c01b33" targetNamespace="http://schemas.microsoft.com/office/2006/metadata/properties" ma:root="true" ma:fieldsID="f2895043163c27cc329504fc8636e150" ns2:_="" ns3:_="">
    <xsd:import namespace="b85a9d60-6535-41ad-bf5c-23a8b594cd63"/>
    <xsd:import namespace="ed5c7061-1de8-4387-89c6-d21a66c01b33"/>
    <xsd:element name="properties">
      <xsd:complexType>
        <xsd:sequence>
          <xsd:element name="documentManagement">
            <xsd:complexType>
              <xsd:all>
                <xsd:element ref="ns2:n472ea6ee43248479fb8bd9165cf026a" minOccurs="0"/>
                <xsd:element ref="ns3:TaxCatchAll" minOccurs="0"/>
                <xsd:element ref="ns3:TaxKeywordTaxHTField" minOccurs="0"/>
                <xsd:element ref="ns2:baca3e887ca7480a9d7450c9bf4a3684" minOccurs="0"/>
                <xsd:element ref="ns2:l228be0177a34db3828e80e3fa65188a" minOccurs="0"/>
                <xsd:element ref="ns3:_dlc_DocId" minOccurs="0"/>
                <xsd:element ref="ns3:_dlc_DocIdUrl" minOccurs="0"/>
                <xsd:element ref="ns3:_dlc_DocIdPersistId" minOccurs="0"/>
                <xsd:element ref="ns3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5a9d60-6535-41ad-bf5c-23a8b594cd63" elementFormDefault="qualified">
    <xsd:import namespace="http://schemas.microsoft.com/office/2006/documentManagement/types"/>
    <xsd:import namespace="http://schemas.microsoft.com/office/infopath/2007/PartnerControls"/>
    <xsd:element name="n472ea6ee43248479fb8bd9165cf026a" ma:index="9" nillable="true" ma:taxonomy="true" ma:internalName="n472ea6ee43248479fb8bd9165cf026a" ma:taxonomyFieldName="Inhaltsart" ma:displayName="Inhaltsart" ma:default="" ma:fieldId="{7472ea6e-e432-4847-9fb8-bd9165cf026a}" ma:sspId="2e2829cc-aa2a-46b2-a28b-c9f97d3d1cb4" ma:termSetId="767c6171-8aee-45fe-9245-6574c4a98c8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baca3e887ca7480a9d7450c9bf4a3684" ma:index="14" nillable="true" ma:taxonomy="true" ma:internalName="baca3e887ca7480a9d7450c9bf4a3684" ma:taxonomyFieldName="Organisation" ma:displayName="Organisation" ma:default="" ma:fieldId="{baca3e88-7ca7-480a-9d74-50c9bf4a3684}" ma:taxonomyMulti="true" ma:sspId="2e2829cc-aa2a-46b2-a28b-c9f97d3d1cb4" ma:termSetId="e3389e6f-2df5-4eb9-a59a-38e053c8fa8f" ma:anchorId="272604aa-3b6b-45a0-a37b-82e69713eb6d" ma:open="false" ma:isKeyword="false">
      <xsd:complexType>
        <xsd:sequence>
          <xsd:element ref="pc:Terms" minOccurs="0" maxOccurs="1"/>
        </xsd:sequence>
      </xsd:complexType>
    </xsd:element>
    <xsd:element name="l228be0177a34db3828e80e3fa65188a" ma:index="16" nillable="true" ma:taxonomy="true" ma:internalName="l228be0177a34db3828e80e3fa65188a" ma:taxonomyFieldName="GJ" ma:displayName="GJ" ma:default="" ma:fieldId="{5228be01-77a3-4db3-828e-80e3fa65188a}" ma:taxonomyMulti="true" ma:sspId="2e2829cc-aa2a-46b2-a28b-c9f97d3d1cb4" ma:termSetId="e3389e6f-2df5-4eb9-a59a-38e053c8fa8f" ma:anchorId="b48e39cb-534e-47f5-8a32-3ac0545ff679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5c7061-1de8-4387-89c6-d21a66c01b33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1813fb6-496b-4d3a-8b99-ceada4826d4f}" ma:internalName="TaxCatchAll" ma:showField="CatchAllData" ma:web="ed5c7061-1de8-4387-89c6-d21a66c01b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12" nillable="true" ma:taxonomy="true" ma:internalName="TaxKeywordTaxHTField" ma:taxonomyFieldName="TaxKeyword" ma:displayName="Freitext" ma:fieldId="{23f27201-bee3-471e-b2e7-b64fd8b7ca38}" ma:taxonomyMulti="true" ma:sspId="00000000-0000-0000-0000-000000000000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_dlc_DocId" ma:index="17" nillable="true" ma:displayName="Wert der Dokument-ID" ma:description="Der Wert der diesem Element zugewiesenen Dokument-ID." ma:internalName="_dlc_DocId" ma:readOnly="true">
      <xsd:simpleType>
        <xsd:restriction base="dms:Text"/>
      </xsd:simpleType>
    </xsd:element>
    <xsd:element name="_dlc_DocIdUrl" ma:index="18" nillable="true" ma:displayName="Dokument-ID" ma:description="Permanenter Hyperlink zu diesem Dok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9" nillable="true" ma:displayName="Beständige ID" ma:description="ID beim Hinzufügen beibehalten." ma:hidden="true" ma:internalName="_dlc_DocIdPersistId" ma:readOnly="true">
      <xsd:simpleType>
        <xsd:restriction base="dms:Boolean"/>
      </xsd:simpleType>
    </xsd:element>
    <xsd:element name="SharedWithUsers" ma:index="20" nillable="true" ma:displayName="Freigegeben für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472ea6ee43248479fb8bd9165cf026a xmlns="b85a9d60-6535-41ad-bf5c-23a8b594cd63">
      <Terms xmlns="http://schemas.microsoft.com/office/infopath/2007/PartnerControls">
        <TermInfo xmlns="http://schemas.microsoft.com/office/infopath/2007/PartnerControls">
          <TermName xmlns="http://schemas.microsoft.com/office/infopath/2007/PartnerControls">Vorlage</TermName>
          <TermId xmlns="http://schemas.microsoft.com/office/infopath/2007/PartnerControls">f9f550ab-d043-4f5a-97bd-52764d9a66d8</TermId>
        </TermInfo>
      </Terms>
    </n472ea6ee43248479fb8bd9165cf026a>
    <TaxCatchAll xmlns="ed5c7061-1de8-4387-89c6-d21a66c01b33">
      <Value>1</Value>
    </TaxCatchAll>
    <baca3e887ca7480a9d7450c9bf4a3684 xmlns="b85a9d60-6535-41ad-bf5c-23a8b594cd63">
      <Terms xmlns="http://schemas.microsoft.com/office/infopath/2007/PartnerControls"/>
    </baca3e887ca7480a9d7450c9bf4a3684>
    <TaxKeywordTaxHTField xmlns="ed5c7061-1de8-4387-89c6-d21a66c01b33">
      <Terms xmlns="http://schemas.microsoft.com/office/infopath/2007/PartnerControls"/>
    </TaxKeywordTaxHTField>
    <l228be0177a34db3828e80e3fa65188a xmlns="b85a9d60-6535-41ad-bf5c-23a8b594cd63">
      <Terms xmlns="http://schemas.microsoft.com/office/infopath/2007/PartnerControls"/>
    </l228be0177a34db3828e80e3fa65188a>
    <_dlc_DocId xmlns="ed5c7061-1de8-4387-89c6-d21a66c01b33">SMMQM-2-502</_dlc_DocId>
    <_dlc_DocIdUrl xmlns="ed5c7061-1de8-4387-89c6-d21a66c01b33">
      <Url>https://qm.smartmechatronics.de/_layouts/15/DocIdRedir.aspx?ID=SMMQM-2-502</Url>
      <Description>SMMQM-2-502</Description>
    </_dlc_DocIdUrl>
  </documentManagement>
</p:properties>
</file>

<file path=customXml/item5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2542BBB9-5125-4B10-A7E8-94ECB823B7F4}">
  <ds:schemaRefs>
    <ds:schemaRef ds:uri="http://schemas.microsoft.com/office/2006/metadata/customXsn"/>
  </ds:schemaRefs>
</ds:datastoreItem>
</file>

<file path=customXml/itemProps2.xml><?xml version="1.0" encoding="utf-8"?>
<ds:datastoreItem xmlns:ds="http://schemas.openxmlformats.org/officeDocument/2006/customXml" ds:itemID="{3A4D9899-9597-4249-B93D-274C75797E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5a9d60-6535-41ad-bf5c-23a8b594cd63"/>
    <ds:schemaRef ds:uri="ed5c7061-1de8-4387-89c6-d21a66c01b3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25BD0B7-0814-4B9F-8742-BF8238DD958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50665C60-AC87-432A-8656-0ABA4D24EA0D}">
  <ds:schemaRefs>
    <ds:schemaRef ds:uri="http://schemas.microsoft.com/office/2006/metadata/properties"/>
    <ds:schemaRef ds:uri="b85a9d60-6535-41ad-bf5c-23a8b594cd63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ed5c7061-1de8-4387-89c6-d21a66c01b33"/>
    <ds:schemaRef ds:uri="http://www.w3.org/XML/1998/namespace"/>
    <ds:schemaRef ds:uri="http://purl.org/dc/dcmitype/"/>
  </ds:schemaRefs>
</ds:datastoreItem>
</file>

<file path=customXml/itemProps5.xml><?xml version="1.0" encoding="utf-8"?>
<ds:datastoreItem xmlns:ds="http://schemas.openxmlformats.org/officeDocument/2006/customXml" ds:itemID="{E99409AA-F62D-4F5E-BBC6-9D8E661CE4FC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682</Words>
  <Application>Microsoft Office PowerPoint</Application>
  <PresentationFormat>Breitbild</PresentationFormat>
  <Paragraphs>150</Paragraphs>
  <Slides>14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8" baseType="lpstr">
      <vt:lpstr>Arial</vt:lpstr>
      <vt:lpstr>Wingdings</vt:lpstr>
      <vt:lpstr>Master_03_2026</vt:lpstr>
      <vt:lpstr>think-cell Folie</vt:lpstr>
      <vt:lpstr>Softwarearchäologie live</vt:lpstr>
      <vt:lpstr>Gedächtnisprotokoll</vt:lpstr>
      <vt:lpstr>Historie</vt:lpstr>
      <vt:lpstr>Lösungsansatz</vt:lpstr>
      <vt:lpstr>Was lief?</vt:lpstr>
      <vt:lpstr>Zeitsprung: 2026</vt:lpstr>
      <vt:lpstr>Tagebuch</vt:lpstr>
      <vt:lpstr>Bestandsaufnahme</vt:lpstr>
      <vt:lpstr>IDE Aufsetzen, laufen lassen.</vt:lpstr>
      <vt:lpstr>Was sagt AI zu dem Plan?</vt:lpstr>
      <vt:lpstr>Infrastruktur</vt:lpstr>
      <vt:lpstr>Architektur / Projektplan</vt:lpstr>
      <vt:lpstr>Neuer Tag, neuer Code</vt:lpstr>
      <vt:lpstr>Lets get Cracking!</vt:lpstr>
    </vt:vector>
  </TitlesOfParts>
  <Company>Smart Mechatronics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Schedlik, Robert</dc:creator>
  <cp:keywords/>
  <cp:lastModifiedBy>Schedlik, Robert</cp:lastModifiedBy>
  <cp:revision>11</cp:revision>
  <dcterms:created xsi:type="dcterms:W3CDTF">2026-08-20T18:08:21Z</dcterms:created>
  <dcterms:modified xsi:type="dcterms:W3CDTF">2026-08-22T06:46:36Z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0x010100ABBD9003812289408EA7333BCACF44FC</vt:lpwstr>
  </property>
  <property fmtid="{D5CDD505-2E9C-101B-9397-08002B2CF9AE}" pid="3" name="_dlc_DocIdItemGuid">
    <vt:lpwstr>a2a08328-cde5-4189-88df-47fc1044ded5</vt:lpwstr>
  </property>
  <property fmtid="{D5CDD505-2E9C-101B-9397-08002B2CF9AE}" pid="4" name="TaxKeyword">
    <vt:lpwstr/>
  </property>
  <property fmtid="{D5CDD505-2E9C-101B-9397-08002B2CF9AE}" pid="5" name="Inhaltsart">
    <vt:lpwstr>1;#Vorlage|f9f550ab-d043-4f5a-97bd-52764d9a66d8</vt:lpwstr>
  </property>
  <property fmtid="{D5CDD505-2E9C-101B-9397-08002B2CF9AE}" pid="6" name="Organisation">
    <vt:lpwstr/>
  </property>
  <property fmtid="{D5CDD505-2E9C-101B-9397-08002B2CF9AE}" pid="7" name="GJ">
    <vt:lpwstr/>
  </property>
</Properties>
</file>